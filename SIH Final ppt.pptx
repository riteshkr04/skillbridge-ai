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301" y="451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0F85281-C33D-4901-BC72-D5067776C843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1E4AB45-3585-4887-A0B9-09995CBF07BC}">
      <dgm:prSet phldrT="[Text]"/>
      <dgm:spPr/>
      <dgm:t>
        <a:bodyPr/>
        <a:lstStyle/>
        <a:p>
          <a:r>
            <a:rPr lang="en-US" dirty="0"/>
            <a:t>Skill Bridge AI –Powered Resume Analysis &amp; Hyper-Personalized Upskilling Roadmap.</a:t>
          </a:r>
          <a:endParaRPr lang="en-IN" dirty="0"/>
        </a:p>
      </dgm:t>
    </dgm:pt>
    <dgm:pt modelId="{325E8B9C-6A46-4541-92F3-D7D77DED7219}" type="parTrans" cxnId="{56DDF5C2-C770-4288-8916-B7F651FB5E9D}">
      <dgm:prSet/>
      <dgm:spPr/>
      <dgm:t>
        <a:bodyPr/>
        <a:lstStyle/>
        <a:p>
          <a:endParaRPr lang="en-IN"/>
        </a:p>
      </dgm:t>
    </dgm:pt>
    <dgm:pt modelId="{25456234-1DDC-4C15-A19B-5C6F701CB9C5}" type="sibTrans" cxnId="{56DDF5C2-C770-4288-8916-B7F651FB5E9D}">
      <dgm:prSet/>
      <dgm:spPr/>
      <dgm:t>
        <a:bodyPr/>
        <a:lstStyle/>
        <a:p>
          <a:endParaRPr lang="en-IN"/>
        </a:p>
      </dgm:t>
    </dgm:pt>
    <dgm:pt modelId="{25CE5E86-A3BE-4F51-B1DA-AF05998E9232}">
      <dgm:prSet phldrT="[Text]"/>
      <dgm:spPr/>
      <dgm:t>
        <a:bodyPr/>
        <a:lstStyle/>
        <a:p>
          <a:r>
            <a:rPr lang="en-US" dirty="0"/>
            <a:t>The Problem:</a:t>
          </a:r>
        </a:p>
        <a:p>
          <a:r>
            <a:rPr lang="en-US" dirty="0"/>
            <a:t>Students and Professionals struggle to get personalized career guidance.</a:t>
          </a:r>
          <a:endParaRPr lang="en-IN" dirty="0"/>
        </a:p>
      </dgm:t>
    </dgm:pt>
    <dgm:pt modelId="{72F9B305-3568-4265-8FBC-1E2146D12532}" type="parTrans" cxnId="{95A36128-EFD8-4837-9BFF-DE7EEB39AC1A}">
      <dgm:prSet/>
      <dgm:spPr/>
      <dgm:t>
        <a:bodyPr/>
        <a:lstStyle/>
        <a:p>
          <a:endParaRPr lang="en-IN"/>
        </a:p>
      </dgm:t>
    </dgm:pt>
    <dgm:pt modelId="{8971A90C-D3FE-4DFE-8FAD-4B7FD176E31D}" type="sibTrans" cxnId="{95A36128-EFD8-4837-9BFF-DE7EEB39AC1A}">
      <dgm:prSet/>
      <dgm:spPr/>
      <dgm:t>
        <a:bodyPr/>
        <a:lstStyle/>
        <a:p>
          <a:endParaRPr lang="en-IN"/>
        </a:p>
      </dgm:t>
    </dgm:pt>
    <dgm:pt modelId="{3DB31BAF-A403-47C3-B503-95B4928ABB1B}">
      <dgm:prSet phldrT="[Text]"/>
      <dgm:spPr/>
      <dgm:t>
        <a:bodyPr/>
        <a:lstStyle/>
        <a:p>
          <a:r>
            <a:rPr lang="en-US" dirty="0"/>
            <a:t>Automated skill gap analysis and direct link to free learning resources.</a:t>
          </a:r>
          <a:endParaRPr lang="en-IN" dirty="0"/>
        </a:p>
      </dgm:t>
    </dgm:pt>
    <dgm:pt modelId="{2F5DD48B-0ACD-42CD-9902-75D7D3DBD815}" type="parTrans" cxnId="{11A3809D-8AC8-4D6A-81A1-664C82629A38}">
      <dgm:prSet/>
      <dgm:spPr/>
      <dgm:t>
        <a:bodyPr/>
        <a:lstStyle/>
        <a:p>
          <a:endParaRPr lang="en-IN"/>
        </a:p>
      </dgm:t>
    </dgm:pt>
    <dgm:pt modelId="{B275C96A-BCCF-46D3-84A3-939D5BCECC3D}" type="sibTrans" cxnId="{11A3809D-8AC8-4D6A-81A1-664C82629A38}">
      <dgm:prSet/>
      <dgm:spPr/>
      <dgm:t>
        <a:bodyPr/>
        <a:lstStyle/>
        <a:p>
          <a:endParaRPr lang="en-IN"/>
        </a:p>
      </dgm:t>
    </dgm:pt>
    <dgm:pt modelId="{673C23AE-9385-4227-8175-53F06D5F92DC}" type="pres">
      <dgm:prSet presAssocID="{B0F85281-C33D-4901-BC72-D5067776C843}" presName="Name0" presStyleCnt="0">
        <dgm:presLayoutVars>
          <dgm:chMax val="7"/>
          <dgm:chPref val="7"/>
          <dgm:dir/>
        </dgm:presLayoutVars>
      </dgm:prSet>
      <dgm:spPr/>
    </dgm:pt>
    <dgm:pt modelId="{ED214E12-8614-41A9-BA2F-9EAE8BBEFE0A}" type="pres">
      <dgm:prSet presAssocID="{B0F85281-C33D-4901-BC72-D5067776C843}" presName="Name1" presStyleCnt="0"/>
      <dgm:spPr/>
    </dgm:pt>
    <dgm:pt modelId="{8EF5405D-CD56-4F2B-A452-AC4D79B95BDF}" type="pres">
      <dgm:prSet presAssocID="{B0F85281-C33D-4901-BC72-D5067776C843}" presName="cycle" presStyleCnt="0"/>
      <dgm:spPr/>
    </dgm:pt>
    <dgm:pt modelId="{286B6F9D-A781-476A-AD95-16B588BB997A}" type="pres">
      <dgm:prSet presAssocID="{B0F85281-C33D-4901-BC72-D5067776C843}" presName="srcNode" presStyleLbl="node1" presStyleIdx="0" presStyleCnt="3"/>
      <dgm:spPr/>
    </dgm:pt>
    <dgm:pt modelId="{5CB524C5-9A75-4482-AC7E-E5D48EA538CD}" type="pres">
      <dgm:prSet presAssocID="{B0F85281-C33D-4901-BC72-D5067776C843}" presName="conn" presStyleLbl="parChTrans1D2" presStyleIdx="0" presStyleCnt="1"/>
      <dgm:spPr/>
    </dgm:pt>
    <dgm:pt modelId="{8AF19183-3864-46DD-BCCF-1536732D1BF7}" type="pres">
      <dgm:prSet presAssocID="{B0F85281-C33D-4901-BC72-D5067776C843}" presName="extraNode" presStyleLbl="node1" presStyleIdx="0" presStyleCnt="3"/>
      <dgm:spPr/>
    </dgm:pt>
    <dgm:pt modelId="{E80102FD-839C-4384-B09E-95FE504C4704}" type="pres">
      <dgm:prSet presAssocID="{B0F85281-C33D-4901-BC72-D5067776C843}" presName="dstNode" presStyleLbl="node1" presStyleIdx="0" presStyleCnt="3"/>
      <dgm:spPr/>
    </dgm:pt>
    <dgm:pt modelId="{644F3DE3-90C9-4EC0-95CB-535DE2D012CC}" type="pres">
      <dgm:prSet presAssocID="{91E4AB45-3585-4887-A0B9-09995CBF07BC}" presName="text_1" presStyleLbl="node1" presStyleIdx="0" presStyleCnt="3">
        <dgm:presLayoutVars>
          <dgm:bulletEnabled val="1"/>
        </dgm:presLayoutVars>
      </dgm:prSet>
      <dgm:spPr/>
    </dgm:pt>
    <dgm:pt modelId="{1D8D2032-89F9-4FBE-BD04-5AEC64B353E4}" type="pres">
      <dgm:prSet presAssocID="{91E4AB45-3585-4887-A0B9-09995CBF07BC}" presName="accent_1" presStyleCnt="0"/>
      <dgm:spPr/>
    </dgm:pt>
    <dgm:pt modelId="{35330573-33DC-4E3C-98A2-F8DB9AC4CA8A}" type="pres">
      <dgm:prSet presAssocID="{91E4AB45-3585-4887-A0B9-09995CBF07BC}" presName="accentRepeatNode" presStyleLbl="solidFgAcc1" presStyleIdx="0" presStyleCnt="3" custLinFactNeighborX="-338" custLinFactNeighborY="-562"/>
      <dgm:spPr/>
    </dgm:pt>
    <dgm:pt modelId="{C6D7987A-EDC3-4F90-BFAA-E6704776DC7B}" type="pres">
      <dgm:prSet presAssocID="{25CE5E86-A3BE-4F51-B1DA-AF05998E9232}" presName="text_2" presStyleLbl="node1" presStyleIdx="1" presStyleCnt="3" custLinFactNeighborX="1081" custLinFactNeighborY="-644">
        <dgm:presLayoutVars>
          <dgm:bulletEnabled val="1"/>
        </dgm:presLayoutVars>
      </dgm:prSet>
      <dgm:spPr/>
    </dgm:pt>
    <dgm:pt modelId="{B0066AB7-A50B-4C23-8D52-3B928AA47EFB}" type="pres">
      <dgm:prSet presAssocID="{25CE5E86-A3BE-4F51-B1DA-AF05998E9232}" presName="accent_2" presStyleCnt="0"/>
      <dgm:spPr/>
    </dgm:pt>
    <dgm:pt modelId="{61C9CF97-F95D-4923-8734-A17FDDB67F9B}" type="pres">
      <dgm:prSet presAssocID="{25CE5E86-A3BE-4F51-B1DA-AF05998E9232}" presName="accentRepeatNode" presStyleLbl="solidFgAcc1" presStyleIdx="1" presStyleCnt="3"/>
      <dgm:spPr/>
    </dgm:pt>
    <dgm:pt modelId="{5A69038C-78E4-461D-913C-1C92953FF8F8}" type="pres">
      <dgm:prSet presAssocID="{3DB31BAF-A403-47C3-B503-95B4928ABB1B}" presName="text_3" presStyleLbl="node1" presStyleIdx="2" presStyleCnt="3">
        <dgm:presLayoutVars>
          <dgm:bulletEnabled val="1"/>
        </dgm:presLayoutVars>
      </dgm:prSet>
      <dgm:spPr/>
    </dgm:pt>
    <dgm:pt modelId="{1A7BA58E-B986-4DF5-A803-869EDF99D284}" type="pres">
      <dgm:prSet presAssocID="{3DB31BAF-A403-47C3-B503-95B4928ABB1B}" presName="accent_3" presStyleCnt="0"/>
      <dgm:spPr/>
    </dgm:pt>
    <dgm:pt modelId="{AF665E59-B9EC-4B31-9E4E-7CA99D4F43EB}" type="pres">
      <dgm:prSet presAssocID="{3DB31BAF-A403-47C3-B503-95B4928ABB1B}" presName="accentRepeatNode" presStyleLbl="solidFgAcc1" presStyleIdx="2" presStyleCnt="3"/>
      <dgm:spPr/>
    </dgm:pt>
  </dgm:ptLst>
  <dgm:cxnLst>
    <dgm:cxn modelId="{A44A510E-7BB6-467A-B120-060ECD5EE0F5}" type="presOf" srcId="{25CE5E86-A3BE-4F51-B1DA-AF05998E9232}" destId="{C6D7987A-EDC3-4F90-BFAA-E6704776DC7B}" srcOrd="0" destOrd="0" presId="urn:microsoft.com/office/officeart/2008/layout/VerticalCurvedList"/>
    <dgm:cxn modelId="{D9A1861C-F91C-4A4A-9693-1D3D4C349024}" type="presOf" srcId="{3DB31BAF-A403-47C3-B503-95B4928ABB1B}" destId="{5A69038C-78E4-461D-913C-1C92953FF8F8}" srcOrd="0" destOrd="0" presId="urn:microsoft.com/office/officeart/2008/layout/VerticalCurvedList"/>
    <dgm:cxn modelId="{95A36128-EFD8-4837-9BFF-DE7EEB39AC1A}" srcId="{B0F85281-C33D-4901-BC72-D5067776C843}" destId="{25CE5E86-A3BE-4F51-B1DA-AF05998E9232}" srcOrd="1" destOrd="0" parTransId="{72F9B305-3568-4265-8FBC-1E2146D12532}" sibTransId="{8971A90C-D3FE-4DFE-8FAD-4B7FD176E31D}"/>
    <dgm:cxn modelId="{11A3809D-8AC8-4D6A-81A1-664C82629A38}" srcId="{B0F85281-C33D-4901-BC72-D5067776C843}" destId="{3DB31BAF-A403-47C3-B503-95B4928ABB1B}" srcOrd="2" destOrd="0" parTransId="{2F5DD48B-0ACD-42CD-9902-75D7D3DBD815}" sibTransId="{B275C96A-BCCF-46D3-84A3-939D5BCECC3D}"/>
    <dgm:cxn modelId="{9DFD6BAE-E6B2-433F-90E7-24BE8CC0FCE1}" type="presOf" srcId="{25456234-1DDC-4C15-A19B-5C6F701CB9C5}" destId="{5CB524C5-9A75-4482-AC7E-E5D48EA538CD}" srcOrd="0" destOrd="0" presId="urn:microsoft.com/office/officeart/2008/layout/VerticalCurvedList"/>
    <dgm:cxn modelId="{56DDF5C2-C770-4288-8916-B7F651FB5E9D}" srcId="{B0F85281-C33D-4901-BC72-D5067776C843}" destId="{91E4AB45-3585-4887-A0B9-09995CBF07BC}" srcOrd="0" destOrd="0" parTransId="{325E8B9C-6A46-4541-92F3-D7D77DED7219}" sibTransId="{25456234-1DDC-4C15-A19B-5C6F701CB9C5}"/>
    <dgm:cxn modelId="{192243E6-FD52-417C-B4F7-3F35E32D506E}" type="presOf" srcId="{91E4AB45-3585-4887-A0B9-09995CBF07BC}" destId="{644F3DE3-90C9-4EC0-95CB-535DE2D012CC}" srcOrd="0" destOrd="0" presId="urn:microsoft.com/office/officeart/2008/layout/VerticalCurvedList"/>
    <dgm:cxn modelId="{0307ACF0-EEEF-4240-A1B4-8C5E4704E120}" type="presOf" srcId="{B0F85281-C33D-4901-BC72-D5067776C843}" destId="{673C23AE-9385-4227-8175-53F06D5F92DC}" srcOrd="0" destOrd="0" presId="urn:microsoft.com/office/officeart/2008/layout/VerticalCurvedList"/>
    <dgm:cxn modelId="{B2E7A028-1BAC-42C8-908E-E604FE900E42}" type="presParOf" srcId="{673C23AE-9385-4227-8175-53F06D5F92DC}" destId="{ED214E12-8614-41A9-BA2F-9EAE8BBEFE0A}" srcOrd="0" destOrd="0" presId="urn:microsoft.com/office/officeart/2008/layout/VerticalCurvedList"/>
    <dgm:cxn modelId="{E86D705B-87BA-4C81-B258-F5CE77A70B81}" type="presParOf" srcId="{ED214E12-8614-41A9-BA2F-9EAE8BBEFE0A}" destId="{8EF5405D-CD56-4F2B-A452-AC4D79B95BDF}" srcOrd="0" destOrd="0" presId="urn:microsoft.com/office/officeart/2008/layout/VerticalCurvedList"/>
    <dgm:cxn modelId="{536C92F9-0BA9-4E16-A429-DD235D0C966E}" type="presParOf" srcId="{8EF5405D-CD56-4F2B-A452-AC4D79B95BDF}" destId="{286B6F9D-A781-476A-AD95-16B588BB997A}" srcOrd="0" destOrd="0" presId="urn:microsoft.com/office/officeart/2008/layout/VerticalCurvedList"/>
    <dgm:cxn modelId="{ED8D3DCF-AA52-4CDB-BCCF-D17288316EEB}" type="presParOf" srcId="{8EF5405D-CD56-4F2B-A452-AC4D79B95BDF}" destId="{5CB524C5-9A75-4482-AC7E-E5D48EA538CD}" srcOrd="1" destOrd="0" presId="urn:microsoft.com/office/officeart/2008/layout/VerticalCurvedList"/>
    <dgm:cxn modelId="{E5B0CF03-D3B0-4875-9433-0E63AF1F73D3}" type="presParOf" srcId="{8EF5405D-CD56-4F2B-A452-AC4D79B95BDF}" destId="{8AF19183-3864-46DD-BCCF-1536732D1BF7}" srcOrd="2" destOrd="0" presId="urn:microsoft.com/office/officeart/2008/layout/VerticalCurvedList"/>
    <dgm:cxn modelId="{35C9CCCE-701A-4497-A81D-C543392B5685}" type="presParOf" srcId="{8EF5405D-CD56-4F2B-A452-AC4D79B95BDF}" destId="{E80102FD-839C-4384-B09E-95FE504C4704}" srcOrd="3" destOrd="0" presId="urn:microsoft.com/office/officeart/2008/layout/VerticalCurvedList"/>
    <dgm:cxn modelId="{6CC4B9DD-5BB2-4C9C-B16E-C6723451892B}" type="presParOf" srcId="{ED214E12-8614-41A9-BA2F-9EAE8BBEFE0A}" destId="{644F3DE3-90C9-4EC0-95CB-535DE2D012CC}" srcOrd="1" destOrd="0" presId="urn:microsoft.com/office/officeart/2008/layout/VerticalCurvedList"/>
    <dgm:cxn modelId="{1E22667E-265C-4371-BEB5-2A61B1D00806}" type="presParOf" srcId="{ED214E12-8614-41A9-BA2F-9EAE8BBEFE0A}" destId="{1D8D2032-89F9-4FBE-BD04-5AEC64B353E4}" srcOrd="2" destOrd="0" presId="urn:microsoft.com/office/officeart/2008/layout/VerticalCurvedList"/>
    <dgm:cxn modelId="{4F5B2422-10E0-408E-8C25-2CC90345CD11}" type="presParOf" srcId="{1D8D2032-89F9-4FBE-BD04-5AEC64B353E4}" destId="{35330573-33DC-4E3C-98A2-F8DB9AC4CA8A}" srcOrd="0" destOrd="0" presId="urn:microsoft.com/office/officeart/2008/layout/VerticalCurvedList"/>
    <dgm:cxn modelId="{6BE714A7-E7B5-4D00-955D-F4B1F886F949}" type="presParOf" srcId="{ED214E12-8614-41A9-BA2F-9EAE8BBEFE0A}" destId="{C6D7987A-EDC3-4F90-BFAA-E6704776DC7B}" srcOrd="3" destOrd="0" presId="urn:microsoft.com/office/officeart/2008/layout/VerticalCurvedList"/>
    <dgm:cxn modelId="{7FA6D3BE-A449-460E-AB5F-F48C30F25861}" type="presParOf" srcId="{ED214E12-8614-41A9-BA2F-9EAE8BBEFE0A}" destId="{B0066AB7-A50B-4C23-8D52-3B928AA47EFB}" srcOrd="4" destOrd="0" presId="urn:microsoft.com/office/officeart/2008/layout/VerticalCurvedList"/>
    <dgm:cxn modelId="{7ED215A5-1DF0-44D2-86EA-3FA0220204BF}" type="presParOf" srcId="{B0066AB7-A50B-4C23-8D52-3B928AA47EFB}" destId="{61C9CF97-F95D-4923-8734-A17FDDB67F9B}" srcOrd="0" destOrd="0" presId="urn:microsoft.com/office/officeart/2008/layout/VerticalCurvedList"/>
    <dgm:cxn modelId="{032E4DBD-D696-4525-BD8A-D890042128E8}" type="presParOf" srcId="{ED214E12-8614-41A9-BA2F-9EAE8BBEFE0A}" destId="{5A69038C-78E4-461D-913C-1C92953FF8F8}" srcOrd="5" destOrd="0" presId="urn:microsoft.com/office/officeart/2008/layout/VerticalCurvedList"/>
    <dgm:cxn modelId="{C1AAD374-E9E2-4A27-A329-6E3B2D129FE4}" type="presParOf" srcId="{ED214E12-8614-41A9-BA2F-9EAE8BBEFE0A}" destId="{1A7BA58E-B986-4DF5-A803-869EDF99D284}" srcOrd="6" destOrd="0" presId="urn:microsoft.com/office/officeart/2008/layout/VerticalCurvedList"/>
    <dgm:cxn modelId="{F5346765-4374-447F-A19F-70F4185F4DF3}" type="presParOf" srcId="{1A7BA58E-B986-4DF5-A803-869EDF99D284}" destId="{AF665E59-B9EC-4B31-9E4E-7CA99D4F43EB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E511EA8-D9A5-48BA-B5AE-7F85939220AC}" type="doc">
      <dgm:prSet loTypeId="urn:microsoft.com/office/officeart/2005/8/layout/cycle4" loCatId="matrix" qsTypeId="urn:microsoft.com/office/officeart/2005/8/quickstyle/3d3" qsCatId="3D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C96885A6-AF08-4352-A518-EFDFDD7E8A72}">
      <dgm:prSet phldrT="[Text]"/>
      <dgm:spPr/>
      <dgm:t>
        <a:bodyPr/>
        <a:lstStyle/>
        <a:p>
          <a:r>
            <a:rPr lang="en-US" dirty="0">
              <a:latin typeface="Comic Sans MS" panose="030F0702030302020204" pitchFamily="66" charset="0"/>
            </a:rPr>
            <a:t>Feasibility Analysis</a:t>
          </a:r>
          <a:endParaRPr lang="en-IN" dirty="0">
            <a:latin typeface="Comic Sans MS" panose="030F0702030302020204" pitchFamily="66" charset="0"/>
          </a:endParaRPr>
        </a:p>
      </dgm:t>
    </dgm:pt>
    <dgm:pt modelId="{40598229-2E34-462E-A6A4-FFC1188E295B}" type="parTrans" cxnId="{2DDFAE3D-BAC3-40A9-A7F4-88F784609F3F}">
      <dgm:prSet/>
      <dgm:spPr/>
      <dgm:t>
        <a:bodyPr/>
        <a:lstStyle/>
        <a:p>
          <a:endParaRPr lang="en-IN"/>
        </a:p>
      </dgm:t>
    </dgm:pt>
    <dgm:pt modelId="{E8AFBA7E-D5F4-40E1-9549-4BAFC7CF0D63}" type="sibTrans" cxnId="{2DDFAE3D-BAC3-40A9-A7F4-88F784609F3F}">
      <dgm:prSet/>
      <dgm:spPr/>
      <dgm:t>
        <a:bodyPr/>
        <a:lstStyle/>
        <a:p>
          <a:endParaRPr lang="en-IN"/>
        </a:p>
      </dgm:t>
    </dgm:pt>
    <dgm:pt modelId="{F97A37B5-EDBF-499B-A001-DFA0D3CC75D4}">
      <dgm:prSet phldrT="[Text]" custT="1"/>
      <dgm:spPr/>
      <dgm:t>
        <a:bodyPr/>
        <a:lstStyle/>
        <a:p>
          <a:r>
            <a:rPr lang="en-US" sz="1400" dirty="0">
              <a:latin typeface="Comic Sans MS" panose="030F0702030302020204" pitchFamily="66" charset="0"/>
            </a:rPr>
            <a:t>Technical: Achievable via Fast, simple </a:t>
          </a:r>
          <a:r>
            <a:rPr lang="en-US" sz="1400" dirty="0" err="1">
              <a:latin typeface="Comic Sans MS" panose="030F0702030302020204" pitchFamily="66" charset="0"/>
            </a:rPr>
            <a:t>RegEx</a:t>
          </a:r>
          <a:r>
            <a:rPr lang="en-US" sz="1400" dirty="0">
              <a:latin typeface="Comic Sans MS" panose="030F0702030302020204" pitchFamily="66" charset="0"/>
            </a:rPr>
            <a:t> over complex ML.</a:t>
          </a:r>
          <a:endParaRPr lang="en-IN" sz="1400" dirty="0">
            <a:latin typeface="Comic Sans MS" panose="030F0702030302020204" pitchFamily="66" charset="0"/>
          </a:endParaRPr>
        </a:p>
      </dgm:t>
    </dgm:pt>
    <dgm:pt modelId="{795A7B2F-B61C-499D-A1F0-2794517CDA78}" type="parTrans" cxnId="{009E6338-581F-437F-949A-A3B78188F401}">
      <dgm:prSet/>
      <dgm:spPr/>
      <dgm:t>
        <a:bodyPr/>
        <a:lstStyle/>
        <a:p>
          <a:endParaRPr lang="en-IN"/>
        </a:p>
      </dgm:t>
    </dgm:pt>
    <dgm:pt modelId="{C1CC421F-F577-4EB8-ACE0-1D2A126E091B}" type="sibTrans" cxnId="{009E6338-581F-437F-949A-A3B78188F401}">
      <dgm:prSet/>
      <dgm:spPr/>
      <dgm:t>
        <a:bodyPr/>
        <a:lstStyle/>
        <a:p>
          <a:endParaRPr lang="en-IN"/>
        </a:p>
      </dgm:t>
    </dgm:pt>
    <dgm:pt modelId="{87435675-996E-43F7-8981-CE4774F74010}">
      <dgm:prSet phldrT="[Text]" custT="1"/>
      <dgm:spPr/>
      <dgm:t>
        <a:bodyPr/>
        <a:lstStyle/>
        <a:p>
          <a:r>
            <a:rPr lang="en-US" sz="2400" dirty="0">
              <a:latin typeface="Comic Sans MS" panose="030F0702030302020204" pitchFamily="66" charset="0"/>
            </a:rPr>
            <a:t>Viability</a:t>
          </a:r>
          <a:endParaRPr lang="en-IN" sz="2400" dirty="0">
            <a:latin typeface="Comic Sans MS" panose="030F0702030302020204" pitchFamily="66" charset="0"/>
          </a:endParaRPr>
        </a:p>
      </dgm:t>
    </dgm:pt>
    <dgm:pt modelId="{C10CE0F6-772F-4F70-B727-80E001706374}" type="parTrans" cxnId="{B3DFE277-1DDA-4220-8659-65479D83A924}">
      <dgm:prSet/>
      <dgm:spPr/>
      <dgm:t>
        <a:bodyPr/>
        <a:lstStyle/>
        <a:p>
          <a:endParaRPr lang="en-IN"/>
        </a:p>
      </dgm:t>
    </dgm:pt>
    <dgm:pt modelId="{83512D4A-FE6B-474E-956E-98115DAC44BF}" type="sibTrans" cxnId="{B3DFE277-1DDA-4220-8659-65479D83A924}">
      <dgm:prSet/>
      <dgm:spPr/>
      <dgm:t>
        <a:bodyPr/>
        <a:lstStyle/>
        <a:p>
          <a:endParaRPr lang="en-IN"/>
        </a:p>
      </dgm:t>
    </dgm:pt>
    <dgm:pt modelId="{6FEF20E2-BB09-4D46-B291-BDAFF441D6D6}">
      <dgm:prSet phldrT="[Text]" custT="1"/>
      <dgm:spPr/>
      <dgm:t>
        <a:bodyPr/>
        <a:lstStyle/>
        <a:p>
          <a:r>
            <a:rPr lang="en-US" sz="1600" dirty="0">
              <a:latin typeface="Comic Sans MS" panose="030F0702030302020204" pitchFamily="66" charset="0"/>
            </a:rPr>
            <a:t>Bridges massive skill gap.</a:t>
          </a:r>
          <a:endParaRPr lang="en-IN" sz="1600" dirty="0">
            <a:latin typeface="Comic Sans MS" panose="030F0702030302020204" pitchFamily="66" charset="0"/>
          </a:endParaRPr>
        </a:p>
      </dgm:t>
    </dgm:pt>
    <dgm:pt modelId="{47CBE727-EFFF-4ED0-9639-357B6E4D62C9}" type="parTrans" cxnId="{E681DD6E-6F60-4101-BE0D-4A41D8273DDF}">
      <dgm:prSet/>
      <dgm:spPr/>
      <dgm:t>
        <a:bodyPr/>
        <a:lstStyle/>
        <a:p>
          <a:endParaRPr lang="en-IN"/>
        </a:p>
      </dgm:t>
    </dgm:pt>
    <dgm:pt modelId="{6B0F1146-8995-4E10-9ED2-50E0167F482A}" type="sibTrans" cxnId="{E681DD6E-6F60-4101-BE0D-4A41D8273DDF}">
      <dgm:prSet/>
      <dgm:spPr/>
      <dgm:t>
        <a:bodyPr/>
        <a:lstStyle/>
        <a:p>
          <a:endParaRPr lang="en-IN"/>
        </a:p>
      </dgm:t>
    </dgm:pt>
    <dgm:pt modelId="{28153C0E-DA60-41A3-BE77-043153658165}">
      <dgm:prSet phldrT="[Text]"/>
      <dgm:spPr/>
      <dgm:t>
        <a:bodyPr/>
        <a:lstStyle/>
        <a:p>
          <a:r>
            <a:rPr lang="en-US" dirty="0"/>
            <a:t>Mitigation Strategies</a:t>
          </a:r>
          <a:endParaRPr lang="en-IN" dirty="0"/>
        </a:p>
      </dgm:t>
    </dgm:pt>
    <dgm:pt modelId="{131DFF4E-97F8-4486-B7B7-19C9FA4AB95A}" type="parTrans" cxnId="{F0BBFA40-57F5-48D3-9701-B1D59BCD4D6B}">
      <dgm:prSet/>
      <dgm:spPr/>
      <dgm:t>
        <a:bodyPr/>
        <a:lstStyle/>
        <a:p>
          <a:endParaRPr lang="en-IN"/>
        </a:p>
      </dgm:t>
    </dgm:pt>
    <dgm:pt modelId="{7EEF8530-2771-4EF2-A47A-DE4FD0CCDAE3}" type="sibTrans" cxnId="{F0BBFA40-57F5-48D3-9701-B1D59BCD4D6B}">
      <dgm:prSet/>
      <dgm:spPr/>
      <dgm:t>
        <a:bodyPr/>
        <a:lstStyle/>
        <a:p>
          <a:endParaRPr lang="en-IN"/>
        </a:p>
      </dgm:t>
    </dgm:pt>
    <dgm:pt modelId="{A545A7E7-0418-4D54-AD45-B2F24D7D7799}">
      <dgm:prSet phldrT="[Text]" custT="1"/>
      <dgm:spPr/>
      <dgm:t>
        <a:bodyPr/>
        <a:lstStyle/>
        <a:p>
          <a:r>
            <a:rPr lang="en-US" sz="1600" dirty="0">
              <a:latin typeface="Comic Sans MS" panose="030F0702030302020204" pitchFamily="66" charset="0"/>
            </a:rPr>
            <a:t>Use multi-layered </a:t>
          </a:r>
          <a:r>
            <a:rPr lang="en-US" sz="1600" dirty="0" err="1">
              <a:latin typeface="Comic Sans MS" panose="030F0702030302020204" pitchFamily="66" charset="0"/>
            </a:rPr>
            <a:t>RegEx</a:t>
          </a:r>
          <a:r>
            <a:rPr lang="en-US" sz="1600" dirty="0">
              <a:latin typeface="Comic Sans MS" panose="030F0702030302020204" pitchFamily="66" charset="0"/>
            </a:rPr>
            <a:t> to first extract resume sections.</a:t>
          </a:r>
          <a:endParaRPr lang="en-IN" sz="1600" dirty="0">
            <a:latin typeface="Comic Sans MS" panose="030F0702030302020204" pitchFamily="66" charset="0"/>
          </a:endParaRPr>
        </a:p>
      </dgm:t>
    </dgm:pt>
    <dgm:pt modelId="{0DF1FD66-9859-4A5A-A4E5-CBD2381D5F71}" type="parTrans" cxnId="{636B2ADC-ED1F-42D1-B23A-95EB54618818}">
      <dgm:prSet/>
      <dgm:spPr/>
      <dgm:t>
        <a:bodyPr/>
        <a:lstStyle/>
        <a:p>
          <a:endParaRPr lang="en-IN"/>
        </a:p>
      </dgm:t>
    </dgm:pt>
    <dgm:pt modelId="{C5AF38A2-E173-4ACF-B914-9FA2F9B69126}" type="sibTrans" cxnId="{636B2ADC-ED1F-42D1-B23A-95EB54618818}">
      <dgm:prSet/>
      <dgm:spPr/>
      <dgm:t>
        <a:bodyPr/>
        <a:lstStyle/>
        <a:p>
          <a:endParaRPr lang="en-IN"/>
        </a:p>
      </dgm:t>
    </dgm:pt>
    <dgm:pt modelId="{A5585A1B-6C41-4180-84FA-14A559FEAC2D}">
      <dgm:prSet phldrT="[Text]"/>
      <dgm:spPr/>
      <dgm:t>
        <a:bodyPr/>
        <a:lstStyle/>
        <a:p>
          <a:r>
            <a:rPr lang="en-US" dirty="0"/>
            <a:t>Potential Challenges &amp; Risks</a:t>
          </a:r>
          <a:endParaRPr lang="en-IN" dirty="0"/>
        </a:p>
      </dgm:t>
    </dgm:pt>
    <dgm:pt modelId="{58B05E2A-3286-4E3D-844C-E3D7ED873BC1}" type="parTrans" cxnId="{EFDE4FDD-7901-4F87-BB6E-C2FC444B66D4}">
      <dgm:prSet/>
      <dgm:spPr/>
      <dgm:t>
        <a:bodyPr/>
        <a:lstStyle/>
        <a:p>
          <a:endParaRPr lang="en-IN"/>
        </a:p>
      </dgm:t>
    </dgm:pt>
    <dgm:pt modelId="{801E35D1-EA4F-4715-A150-DCDE216E1CFB}" type="sibTrans" cxnId="{EFDE4FDD-7901-4F87-BB6E-C2FC444B66D4}">
      <dgm:prSet/>
      <dgm:spPr/>
      <dgm:t>
        <a:bodyPr/>
        <a:lstStyle/>
        <a:p>
          <a:endParaRPr lang="en-IN"/>
        </a:p>
      </dgm:t>
    </dgm:pt>
    <dgm:pt modelId="{A6E9C0B6-620A-4483-BAF7-6C75B0A60552}">
      <dgm:prSet phldrT="[Text]" custT="1"/>
      <dgm:spPr/>
      <dgm:t>
        <a:bodyPr/>
        <a:lstStyle/>
        <a:p>
          <a:r>
            <a:rPr lang="en-US" sz="1400" dirty="0">
              <a:latin typeface="Comic Sans MS" panose="030F0702030302020204" pitchFamily="66" charset="0"/>
            </a:rPr>
            <a:t>Resume Format Variation:    Complex resume formats can confuse simple </a:t>
          </a:r>
          <a:r>
            <a:rPr lang="en-US" sz="1400" dirty="0" err="1">
              <a:latin typeface="Comic Sans MS" panose="030F0702030302020204" pitchFamily="66" charset="0"/>
            </a:rPr>
            <a:t>RegEx</a:t>
          </a:r>
          <a:r>
            <a:rPr lang="en-US" sz="1400" dirty="0">
              <a:latin typeface="Comic Sans MS" panose="030F0702030302020204" pitchFamily="66" charset="0"/>
            </a:rPr>
            <a:t>.</a:t>
          </a:r>
          <a:endParaRPr lang="en-IN" sz="1400" dirty="0">
            <a:latin typeface="Comic Sans MS" panose="030F0702030302020204" pitchFamily="66" charset="0"/>
          </a:endParaRPr>
        </a:p>
      </dgm:t>
    </dgm:pt>
    <dgm:pt modelId="{7710CC36-A455-49DB-BDD0-A42B8E9CEEA2}" type="parTrans" cxnId="{919CB184-FA78-4640-9809-86C24C6A1EFB}">
      <dgm:prSet/>
      <dgm:spPr/>
      <dgm:t>
        <a:bodyPr/>
        <a:lstStyle/>
        <a:p>
          <a:endParaRPr lang="en-IN"/>
        </a:p>
      </dgm:t>
    </dgm:pt>
    <dgm:pt modelId="{0E30B509-5EDC-4AE8-9130-610E890BA5F1}" type="sibTrans" cxnId="{919CB184-FA78-4640-9809-86C24C6A1EFB}">
      <dgm:prSet/>
      <dgm:spPr/>
      <dgm:t>
        <a:bodyPr/>
        <a:lstStyle/>
        <a:p>
          <a:endParaRPr lang="en-IN"/>
        </a:p>
      </dgm:t>
    </dgm:pt>
    <dgm:pt modelId="{2F3F194E-F981-44F5-9B94-BA61B2EE89AC}">
      <dgm:prSet phldrT="[Text]" custT="1"/>
      <dgm:spPr/>
      <dgm:t>
        <a:bodyPr/>
        <a:lstStyle/>
        <a:p>
          <a:endParaRPr lang="en-IN" sz="1400" dirty="0">
            <a:latin typeface="Comic Sans MS" panose="030F0702030302020204" pitchFamily="66" charset="0"/>
          </a:endParaRPr>
        </a:p>
      </dgm:t>
    </dgm:pt>
    <dgm:pt modelId="{FCBDE561-85E7-4350-A5F5-FF6D50FF13EC}" type="parTrans" cxnId="{B5010776-D539-43AB-8A9D-1BB8580A5FAE}">
      <dgm:prSet/>
      <dgm:spPr/>
      <dgm:t>
        <a:bodyPr/>
        <a:lstStyle/>
        <a:p>
          <a:endParaRPr lang="en-IN"/>
        </a:p>
      </dgm:t>
    </dgm:pt>
    <dgm:pt modelId="{067F06D4-F620-43B4-8AC3-3ADEC00F4FFC}" type="sibTrans" cxnId="{B5010776-D539-43AB-8A9D-1BB8580A5FAE}">
      <dgm:prSet/>
      <dgm:spPr/>
      <dgm:t>
        <a:bodyPr/>
        <a:lstStyle/>
        <a:p>
          <a:endParaRPr lang="en-IN"/>
        </a:p>
      </dgm:t>
    </dgm:pt>
    <dgm:pt modelId="{35F7802B-B060-4150-8A5D-62CC6C13477B}">
      <dgm:prSet phldrT="[Text]" custT="1"/>
      <dgm:spPr/>
      <dgm:t>
        <a:bodyPr/>
        <a:lstStyle/>
        <a:p>
          <a:r>
            <a:rPr lang="en-US" sz="1400" dirty="0">
              <a:latin typeface="Comic Sans MS" panose="030F0702030302020204" pitchFamily="66" charset="0"/>
            </a:rPr>
            <a:t>Economic: Cost-effective solution using free technologies(</a:t>
          </a:r>
          <a:r>
            <a:rPr lang="en-US" sz="1400" dirty="0" err="1">
              <a:latin typeface="Comic Sans MS" panose="030F0702030302020204" pitchFamily="66" charset="0"/>
            </a:rPr>
            <a:t>RegEx</a:t>
          </a:r>
          <a:r>
            <a:rPr lang="en-US" sz="1400" dirty="0">
              <a:latin typeface="Comic Sans MS" panose="030F0702030302020204" pitchFamily="66" charset="0"/>
            </a:rPr>
            <a:t>,       </a:t>
          </a:r>
          <a:r>
            <a:rPr lang="en-US" sz="1400" dirty="0" err="1">
              <a:latin typeface="Comic Sans MS" panose="030F0702030302020204" pitchFamily="66" charset="0"/>
            </a:rPr>
            <a:t>Youtube</a:t>
          </a:r>
          <a:r>
            <a:rPr lang="en-US" sz="1400" dirty="0">
              <a:latin typeface="Comic Sans MS" panose="030F0702030302020204" pitchFamily="66" charset="0"/>
            </a:rPr>
            <a:t>).</a:t>
          </a:r>
          <a:endParaRPr lang="en-IN" sz="1400" dirty="0">
            <a:latin typeface="Comic Sans MS" panose="030F0702030302020204" pitchFamily="66" charset="0"/>
          </a:endParaRPr>
        </a:p>
      </dgm:t>
    </dgm:pt>
    <dgm:pt modelId="{9B352250-8009-4C46-92A8-9B5ADFD44863}" type="parTrans" cxnId="{DB667871-CFC5-4E71-BA5C-F9FEC3BDA773}">
      <dgm:prSet/>
      <dgm:spPr/>
      <dgm:t>
        <a:bodyPr/>
        <a:lstStyle/>
        <a:p>
          <a:endParaRPr lang="en-IN"/>
        </a:p>
      </dgm:t>
    </dgm:pt>
    <dgm:pt modelId="{98383D86-E9D1-4468-92A5-461E9F6986EF}" type="sibTrans" cxnId="{DB667871-CFC5-4E71-BA5C-F9FEC3BDA773}">
      <dgm:prSet/>
      <dgm:spPr/>
      <dgm:t>
        <a:bodyPr/>
        <a:lstStyle/>
        <a:p>
          <a:endParaRPr lang="en-IN"/>
        </a:p>
      </dgm:t>
    </dgm:pt>
    <dgm:pt modelId="{EC52100A-9A58-4C55-BF70-09F2D60B14B8}">
      <dgm:prSet phldrT="[Text]" custT="1"/>
      <dgm:spPr/>
      <dgm:t>
        <a:bodyPr/>
        <a:lstStyle/>
        <a:p>
          <a:endParaRPr lang="en-IN" sz="1400" dirty="0">
            <a:latin typeface="Comic Sans MS" panose="030F0702030302020204" pitchFamily="66" charset="0"/>
          </a:endParaRPr>
        </a:p>
      </dgm:t>
    </dgm:pt>
    <dgm:pt modelId="{1BB0932B-E008-4E63-9DA9-27B8F9E2276A}" type="parTrans" cxnId="{13C01CB4-1FD2-429C-AA3B-48484EA0FEE2}">
      <dgm:prSet/>
      <dgm:spPr/>
      <dgm:t>
        <a:bodyPr/>
        <a:lstStyle/>
        <a:p>
          <a:endParaRPr lang="en-IN"/>
        </a:p>
      </dgm:t>
    </dgm:pt>
    <dgm:pt modelId="{780C483B-F024-443E-8D8A-35A536A750D4}" type="sibTrans" cxnId="{13C01CB4-1FD2-429C-AA3B-48484EA0FEE2}">
      <dgm:prSet/>
      <dgm:spPr/>
      <dgm:t>
        <a:bodyPr/>
        <a:lstStyle/>
        <a:p>
          <a:endParaRPr lang="en-IN"/>
        </a:p>
      </dgm:t>
    </dgm:pt>
    <dgm:pt modelId="{AB13239F-0C37-45EC-86E1-16495B55F1A3}">
      <dgm:prSet phldrT="[Text]" custT="1"/>
      <dgm:spPr/>
      <dgm:t>
        <a:bodyPr/>
        <a:lstStyle/>
        <a:p>
          <a:r>
            <a:rPr lang="en-US" sz="1600" dirty="0">
              <a:latin typeface="Comic Sans MS" panose="030F0702030302020204" pitchFamily="66" charset="0"/>
            </a:rPr>
            <a:t>Highly scalable: democratizes learning via open-source </a:t>
          </a:r>
          <a:r>
            <a:rPr lang="en-US" sz="1600" dirty="0" err="1">
              <a:latin typeface="Comic Sans MS" panose="030F0702030302020204" pitchFamily="66" charset="0"/>
            </a:rPr>
            <a:t>Youtube</a:t>
          </a:r>
          <a:r>
            <a:rPr lang="en-US" sz="1600" dirty="0">
              <a:latin typeface="Comic Sans MS" panose="030F0702030302020204" pitchFamily="66" charset="0"/>
            </a:rPr>
            <a:t>.</a:t>
          </a:r>
          <a:endParaRPr lang="en-IN" sz="1600" dirty="0">
            <a:latin typeface="Comic Sans MS" panose="030F0702030302020204" pitchFamily="66" charset="0"/>
          </a:endParaRPr>
        </a:p>
      </dgm:t>
    </dgm:pt>
    <dgm:pt modelId="{8D8F097C-F87B-4B38-91A2-E2C0D882954B}" type="parTrans" cxnId="{4AC75E08-5EE8-463A-ADAD-6F3BFAAD5193}">
      <dgm:prSet/>
      <dgm:spPr/>
      <dgm:t>
        <a:bodyPr/>
        <a:lstStyle/>
        <a:p>
          <a:endParaRPr lang="en-IN"/>
        </a:p>
      </dgm:t>
    </dgm:pt>
    <dgm:pt modelId="{245986AB-4FA4-4897-83D8-16A8F4D10AEC}" type="sibTrans" cxnId="{4AC75E08-5EE8-463A-ADAD-6F3BFAAD5193}">
      <dgm:prSet/>
      <dgm:spPr/>
      <dgm:t>
        <a:bodyPr/>
        <a:lstStyle/>
        <a:p>
          <a:endParaRPr lang="en-IN"/>
        </a:p>
      </dgm:t>
    </dgm:pt>
    <dgm:pt modelId="{A9993275-0C2B-4336-86F2-3ABB148E6D15}">
      <dgm:prSet phldrT="[Text]" custT="1"/>
      <dgm:spPr/>
      <dgm:t>
        <a:bodyPr/>
        <a:lstStyle/>
        <a:p>
          <a:endParaRPr lang="en-IN" sz="1600" dirty="0">
            <a:latin typeface="Comic Sans MS" panose="030F0702030302020204" pitchFamily="66" charset="0"/>
          </a:endParaRPr>
        </a:p>
      </dgm:t>
    </dgm:pt>
    <dgm:pt modelId="{369B9B38-FF95-4AE1-B982-B6A8F34F3ECD}" type="parTrans" cxnId="{A60671B9-1440-44E1-AD30-821C2383ACD6}">
      <dgm:prSet/>
      <dgm:spPr/>
      <dgm:t>
        <a:bodyPr/>
        <a:lstStyle/>
        <a:p>
          <a:endParaRPr lang="en-IN"/>
        </a:p>
      </dgm:t>
    </dgm:pt>
    <dgm:pt modelId="{9D7410F0-34A4-4088-91BD-A0C56DFAAA68}" type="sibTrans" cxnId="{A60671B9-1440-44E1-AD30-821C2383ACD6}">
      <dgm:prSet/>
      <dgm:spPr/>
      <dgm:t>
        <a:bodyPr/>
        <a:lstStyle/>
        <a:p>
          <a:endParaRPr lang="en-IN"/>
        </a:p>
      </dgm:t>
    </dgm:pt>
    <dgm:pt modelId="{6F9E235B-F3E7-48F7-9E9B-908F7F5A65E4}">
      <dgm:prSet phldrT="[Text]" custT="1"/>
      <dgm:spPr/>
      <dgm:t>
        <a:bodyPr/>
        <a:lstStyle/>
        <a:p>
          <a:r>
            <a:rPr lang="en-US" sz="1400" dirty="0" err="1">
              <a:latin typeface="Comic Sans MS" panose="030F0702030302020204" pitchFamily="66" charset="0"/>
            </a:rPr>
            <a:t>Youtube</a:t>
          </a:r>
          <a:r>
            <a:rPr lang="en-US" sz="1400" dirty="0">
              <a:latin typeface="Comic Sans MS" panose="030F0702030302020204" pitchFamily="66" charset="0"/>
            </a:rPr>
            <a:t> Link Quality: Risk of low-quality or irrelevant </a:t>
          </a:r>
          <a:r>
            <a:rPr lang="en-US" sz="1400" dirty="0" err="1">
              <a:latin typeface="Comic Sans MS" panose="030F0702030302020204" pitchFamily="66" charset="0"/>
            </a:rPr>
            <a:t>Youtube</a:t>
          </a:r>
          <a:r>
            <a:rPr lang="en-US" sz="1400" dirty="0">
              <a:latin typeface="Comic Sans MS" panose="030F0702030302020204" pitchFamily="66" charset="0"/>
            </a:rPr>
            <a:t> course recommendations.</a:t>
          </a:r>
          <a:endParaRPr lang="en-IN" sz="1400" dirty="0">
            <a:latin typeface="Comic Sans MS" panose="030F0702030302020204" pitchFamily="66" charset="0"/>
          </a:endParaRPr>
        </a:p>
      </dgm:t>
    </dgm:pt>
    <dgm:pt modelId="{E441EC70-68DB-4C47-9C72-37518250A4EF}" type="parTrans" cxnId="{860FCD5B-B3E9-4D85-88B1-D8AA70F427E6}">
      <dgm:prSet/>
      <dgm:spPr/>
      <dgm:t>
        <a:bodyPr/>
        <a:lstStyle/>
        <a:p>
          <a:endParaRPr lang="en-IN"/>
        </a:p>
      </dgm:t>
    </dgm:pt>
    <dgm:pt modelId="{2E044B0E-584A-4ECB-B539-90BE8BE21CCA}" type="sibTrans" cxnId="{860FCD5B-B3E9-4D85-88B1-D8AA70F427E6}">
      <dgm:prSet/>
      <dgm:spPr/>
      <dgm:t>
        <a:bodyPr/>
        <a:lstStyle/>
        <a:p>
          <a:endParaRPr lang="en-IN"/>
        </a:p>
      </dgm:t>
    </dgm:pt>
    <dgm:pt modelId="{11766CC4-8559-4DBF-B150-77E89FEB0AA1}">
      <dgm:prSet phldrT="[Text]" custT="1"/>
      <dgm:spPr/>
      <dgm:t>
        <a:bodyPr/>
        <a:lstStyle/>
        <a:p>
          <a:endParaRPr lang="en-IN" sz="1400" dirty="0">
            <a:latin typeface="Comic Sans MS" panose="030F0702030302020204" pitchFamily="66" charset="0"/>
          </a:endParaRPr>
        </a:p>
      </dgm:t>
    </dgm:pt>
    <dgm:pt modelId="{492A9D92-A18A-4593-B509-6D5F8E5D7894}" type="parTrans" cxnId="{696642D3-D9A1-4F7F-8921-F87B16585819}">
      <dgm:prSet/>
      <dgm:spPr/>
      <dgm:t>
        <a:bodyPr/>
        <a:lstStyle/>
        <a:p>
          <a:endParaRPr lang="en-IN"/>
        </a:p>
      </dgm:t>
    </dgm:pt>
    <dgm:pt modelId="{FCFC4A9D-6ED1-47B7-A16E-AD5E53243644}" type="sibTrans" cxnId="{696642D3-D9A1-4F7F-8921-F87B16585819}">
      <dgm:prSet/>
      <dgm:spPr/>
      <dgm:t>
        <a:bodyPr/>
        <a:lstStyle/>
        <a:p>
          <a:endParaRPr lang="en-IN"/>
        </a:p>
      </dgm:t>
    </dgm:pt>
    <dgm:pt modelId="{D356718B-1529-47AF-8D00-39AB0B8FCF00}">
      <dgm:prSet phldrT="[Text]" custT="1"/>
      <dgm:spPr/>
      <dgm:t>
        <a:bodyPr/>
        <a:lstStyle/>
        <a:p>
          <a:r>
            <a:rPr lang="en-US" sz="1600" dirty="0">
              <a:latin typeface="Comic Sans MS" panose="030F0702030302020204" pitchFamily="66" charset="0"/>
            </a:rPr>
            <a:t>Filter course recommendations by video title, length and view count to ensure quality.</a:t>
          </a:r>
          <a:endParaRPr lang="en-IN" sz="1600" dirty="0">
            <a:latin typeface="Comic Sans MS" panose="030F0702030302020204" pitchFamily="66" charset="0"/>
          </a:endParaRPr>
        </a:p>
      </dgm:t>
    </dgm:pt>
    <dgm:pt modelId="{2505CC96-3BC2-4769-8ED3-C8FFF8AE064C}" type="parTrans" cxnId="{1CD22FDB-0A6F-4C2F-B8C3-4ECF0BB0C014}">
      <dgm:prSet/>
      <dgm:spPr/>
      <dgm:t>
        <a:bodyPr/>
        <a:lstStyle/>
        <a:p>
          <a:endParaRPr lang="en-IN"/>
        </a:p>
      </dgm:t>
    </dgm:pt>
    <dgm:pt modelId="{3487BAAF-7AF0-4188-AF36-2799E4D7CA9B}" type="sibTrans" cxnId="{1CD22FDB-0A6F-4C2F-B8C3-4ECF0BB0C014}">
      <dgm:prSet/>
      <dgm:spPr/>
      <dgm:t>
        <a:bodyPr/>
        <a:lstStyle/>
        <a:p>
          <a:endParaRPr lang="en-IN"/>
        </a:p>
      </dgm:t>
    </dgm:pt>
    <dgm:pt modelId="{D03C69CC-28A7-408C-8C37-252CC6D86A81}">
      <dgm:prSet phldrT="[Text]" custT="1"/>
      <dgm:spPr/>
      <dgm:t>
        <a:bodyPr/>
        <a:lstStyle/>
        <a:p>
          <a:endParaRPr lang="en-IN" sz="1600" dirty="0">
            <a:latin typeface="Comic Sans MS" panose="030F0702030302020204" pitchFamily="66" charset="0"/>
          </a:endParaRPr>
        </a:p>
      </dgm:t>
    </dgm:pt>
    <dgm:pt modelId="{7A2A4C31-86B2-4509-B09B-8D7369061926}" type="parTrans" cxnId="{0B5D03B2-2912-4131-BABE-E6B920924768}">
      <dgm:prSet/>
      <dgm:spPr/>
      <dgm:t>
        <a:bodyPr/>
        <a:lstStyle/>
        <a:p>
          <a:endParaRPr lang="en-IN"/>
        </a:p>
      </dgm:t>
    </dgm:pt>
    <dgm:pt modelId="{13027144-D021-499F-9525-B7951B06281E}" type="sibTrans" cxnId="{0B5D03B2-2912-4131-BABE-E6B920924768}">
      <dgm:prSet/>
      <dgm:spPr/>
      <dgm:t>
        <a:bodyPr/>
        <a:lstStyle/>
        <a:p>
          <a:endParaRPr lang="en-IN"/>
        </a:p>
      </dgm:t>
    </dgm:pt>
    <dgm:pt modelId="{15CF6D90-D674-429E-AAA7-91946D4FB24B}" type="pres">
      <dgm:prSet presAssocID="{DE511EA8-D9A5-48BA-B5AE-7F85939220AC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E218278D-C248-47BE-89D3-B262A87EBB78}" type="pres">
      <dgm:prSet presAssocID="{DE511EA8-D9A5-48BA-B5AE-7F85939220AC}" presName="children" presStyleCnt="0"/>
      <dgm:spPr/>
    </dgm:pt>
    <dgm:pt modelId="{521F428C-5062-4B85-9118-17C512EFAF19}" type="pres">
      <dgm:prSet presAssocID="{DE511EA8-D9A5-48BA-B5AE-7F85939220AC}" presName="child1group" presStyleCnt="0"/>
      <dgm:spPr/>
    </dgm:pt>
    <dgm:pt modelId="{ECD203BA-D3CB-4F74-9F9D-66542E0640BF}" type="pres">
      <dgm:prSet presAssocID="{DE511EA8-D9A5-48BA-B5AE-7F85939220AC}" presName="child1" presStyleLbl="bgAcc1" presStyleIdx="0" presStyleCnt="4" custScaleX="175818" custScaleY="128088" custLinFactNeighborX="-31679" custLinFactNeighborY="25855"/>
      <dgm:spPr/>
    </dgm:pt>
    <dgm:pt modelId="{DEDBC89E-3DE6-4985-AD17-2A1972C14D74}" type="pres">
      <dgm:prSet presAssocID="{DE511EA8-D9A5-48BA-B5AE-7F85939220AC}" presName="child1Text" presStyleLbl="bgAcc1" presStyleIdx="0" presStyleCnt="4">
        <dgm:presLayoutVars>
          <dgm:bulletEnabled val="1"/>
        </dgm:presLayoutVars>
      </dgm:prSet>
      <dgm:spPr/>
    </dgm:pt>
    <dgm:pt modelId="{596958E3-0BDB-4BA6-8869-02CFC64F3BF4}" type="pres">
      <dgm:prSet presAssocID="{DE511EA8-D9A5-48BA-B5AE-7F85939220AC}" presName="child2group" presStyleCnt="0"/>
      <dgm:spPr/>
    </dgm:pt>
    <dgm:pt modelId="{D7BA770E-F62B-4089-A846-1C8C57670EA4}" type="pres">
      <dgm:prSet presAssocID="{DE511EA8-D9A5-48BA-B5AE-7F85939220AC}" presName="child2" presStyleLbl="bgAcc1" presStyleIdx="1" presStyleCnt="4" custScaleX="193285" custScaleY="128840" custLinFactNeighborX="39499" custLinFactNeighborY="25268"/>
      <dgm:spPr/>
    </dgm:pt>
    <dgm:pt modelId="{07522366-F6BF-4BB4-8BD0-8036644E36D6}" type="pres">
      <dgm:prSet presAssocID="{DE511EA8-D9A5-48BA-B5AE-7F85939220AC}" presName="child2Text" presStyleLbl="bgAcc1" presStyleIdx="1" presStyleCnt="4">
        <dgm:presLayoutVars>
          <dgm:bulletEnabled val="1"/>
        </dgm:presLayoutVars>
      </dgm:prSet>
      <dgm:spPr/>
    </dgm:pt>
    <dgm:pt modelId="{9EF550B9-2955-4378-A329-52D31E73FED5}" type="pres">
      <dgm:prSet presAssocID="{DE511EA8-D9A5-48BA-B5AE-7F85939220AC}" presName="child3group" presStyleCnt="0"/>
      <dgm:spPr/>
    </dgm:pt>
    <dgm:pt modelId="{E717E10F-BFED-4094-B1BC-83D66BBA026C}" type="pres">
      <dgm:prSet presAssocID="{DE511EA8-D9A5-48BA-B5AE-7F85939220AC}" presName="child3" presStyleLbl="bgAcc1" presStyleIdx="2" presStyleCnt="4" custScaleX="195107" custScaleY="161556" custLinFactNeighborX="43789" custLinFactNeighborY="-26708"/>
      <dgm:spPr/>
    </dgm:pt>
    <dgm:pt modelId="{E86FF5D8-170F-40A7-8C87-8DF160CF6BBA}" type="pres">
      <dgm:prSet presAssocID="{DE511EA8-D9A5-48BA-B5AE-7F85939220AC}" presName="child3Text" presStyleLbl="bgAcc1" presStyleIdx="2" presStyleCnt="4">
        <dgm:presLayoutVars>
          <dgm:bulletEnabled val="1"/>
        </dgm:presLayoutVars>
      </dgm:prSet>
      <dgm:spPr/>
    </dgm:pt>
    <dgm:pt modelId="{4CB7516A-C5DB-4C28-90EF-93E2FA020D82}" type="pres">
      <dgm:prSet presAssocID="{DE511EA8-D9A5-48BA-B5AE-7F85939220AC}" presName="child4group" presStyleCnt="0"/>
      <dgm:spPr/>
    </dgm:pt>
    <dgm:pt modelId="{4244701B-D319-4327-8631-E2BC2B7761E8}" type="pres">
      <dgm:prSet presAssocID="{DE511EA8-D9A5-48BA-B5AE-7F85939220AC}" presName="child4" presStyleLbl="bgAcc1" presStyleIdx="3" presStyleCnt="4" custScaleX="184873" custScaleY="153156" custLinFactNeighborX="-30443" custLinFactNeighborY="-28754"/>
      <dgm:spPr/>
    </dgm:pt>
    <dgm:pt modelId="{5ED53D64-484B-4425-BEA5-97C69284A450}" type="pres">
      <dgm:prSet presAssocID="{DE511EA8-D9A5-48BA-B5AE-7F85939220AC}" presName="child4Text" presStyleLbl="bgAcc1" presStyleIdx="3" presStyleCnt="4">
        <dgm:presLayoutVars>
          <dgm:bulletEnabled val="1"/>
        </dgm:presLayoutVars>
      </dgm:prSet>
      <dgm:spPr/>
    </dgm:pt>
    <dgm:pt modelId="{B0B3B6C1-8F2A-4C97-A148-FCB70CAF2B83}" type="pres">
      <dgm:prSet presAssocID="{DE511EA8-D9A5-48BA-B5AE-7F85939220AC}" presName="childPlaceholder" presStyleCnt="0"/>
      <dgm:spPr/>
    </dgm:pt>
    <dgm:pt modelId="{55314701-2612-42EA-BC5F-2F23180F2A90}" type="pres">
      <dgm:prSet presAssocID="{DE511EA8-D9A5-48BA-B5AE-7F85939220AC}" presName="circle" presStyleCnt="0"/>
      <dgm:spPr/>
    </dgm:pt>
    <dgm:pt modelId="{A1A465D4-9F9B-40CE-BB13-0A3065355ED5}" type="pres">
      <dgm:prSet presAssocID="{DE511EA8-D9A5-48BA-B5AE-7F85939220AC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D9B39E6C-5ACE-4FD4-8587-1F3178E421BF}" type="pres">
      <dgm:prSet presAssocID="{DE511EA8-D9A5-48BA-B5AE-7F85939220AC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CBDF0BC4-81D8-4728-9D95-66A3206AAED1}" type="pres">
      <dgm:prSet presAssocID="{DE511EA8-D9A5-48BA-B5AE-7F85939220AC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EE92C03E-8194-4E70-A8E4-0673A3E031BE}" type="pres">
      <dgm:prSet presAssocID="{DE511EA8-D9A5-48BA-B5AE-7F85939220AC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AF813D19-E90D-4939-9AA3-43DA94D33E5E}" type="pres">
      <dgm:prSet presAssocID="{DE511EA8-D9A5-48BA-B5AE-7F85939220AC}" presName="quadrantPlaceholder" presStyleCnt="0"/>
      <dgm:spPr/>
    </dgm:pt>
    <dgm:pt modelId="{8A5A57D2-2C9F-48EE-AD83-F5FCC9D2E2D1}" type="pres">
      <dgm:prSet presAssocID="{DE511EA8-D9A5-48BA-B5AE-7F85939220AC}" presName="center1" presStyleLbl="fgShp" presStyleIdx="0" presStyleCnt="2"/>
      <dgm:spPr/>
    </dgm:pt>
    <dgm:pt modelId="{8A4F9013-8E71-46BE-8244-13EA52EE54BB}" type="pres">
      <dgm:prSet presAssocID="{DE511EA8-D9A5-48BA-B5AE-7F85939220AC}" presName="center2" presStyleLbl="fgShp" presStyleIdx="1" presStyleCnt="2"/>
      <dgm:spPr/>
    </dgm:pt>
  </dgm:ptLst>
  <dgm:cxnLst>
    <dgm:cxn modelId="{4AC75E08-5EE8-463A-ADAD-6F3BFAAD5193}" srcId="{87435675-996E-43F7-8981-CE4774F74010}" destId="{AB13239F-0C37-45EC-86E1-16495B55F1A3}" srcOrd="2" destOrd="0" parTransId="{8D8F097C-F87B-4B38-91A2-E2C0D882954B}" sibTransId="{245986AB-4FA4-4897-83D8-16A8F4D10AEC}"/>
    <dgm:cxn modelId="{CB09C30E-C720-4D03-A0CC-E31296201357}" type="presOf" srcId="{6FEF20E2-BB09-4D46-B291-BDAFF441D6D6}" destId="{D7BA770E-F62B-4089-A846-1C8C57670EA4}" srcOrd="0" destOrd="0" presId="urn:microsoft.com/office/officeart/2005/8/layout/cycle4"/>
    <dgm:cxn modelId="{249E1F16-5C72-4288-9E2F-B300F0FBD280}" type="presOf" srcId="{A9993275-0C2B-4336-86F2-3ABB148E6D15}" destId="{07522366-F6BF-4BB4-8BD0-8036644E36D6}" srcOrd="1" destOrd="1" presId="urn:microsoft.com/office/officeart/2005/8/layout/cycle4"/>
    <dgm:cxn modelId="{7DD9841A-3D0F-4295-B8D6-061E2293CFE4}" type="presOf" srcId="{AB13239F-0C37-45EC-86E1-16495B55F1A3}" destId="{D7BA770E-F62B-4089-A846-1C8C57670EA4}" srcOrd="0" destOrd="2" presId="urn:microsoft.com/office/officeart/2005/8/layout/cycle4"/>
    <dgm:cxn modelId="{6BA6CA21-32D1-4235-A37D-F0ED95201895}" type="presOf" srcId="{DE511EA8-D9A5-48BA-B5AE-7F85939220AC}" destId="{15CF6D90-D674-429E-AAA7-91946D4FB24B}" srcOrd="0" destOrd="0" presId="urn:microsoft.com/office/officeart/2005/8/layout/cycle4"/>
    <dgm:cxn modelId="{DC447B31-503A-45D3-830B-96E3669DFAB9}" type="presOf" srcId="{EC52100A-9A58-4C55-BF70-09F2D60B14B8}" destId="{ECD203BA-D3CB-4F74-9F9D-66542E0640BF}" srcOrd="0" destOrd="1" presId="urn:microsoft.com/office/officeart/2005/8/layout/cycle4"/>
    <dgm:cxn modelId="{009E6338-581F-437F-949A-A3B78188F401}" srcId="{C96885A6-AF08-4352-A518-EFDFDD7E8A72}" destId="{F97A37B5-EDBF-499B-A001-DFA0D3CC75D4}" srcOrd="0" destOrd="0" parTransId="{795A7B2F-B61C-499D-A1F0-2794517CDA78}" sibTransId="{C1CC421F-F577-4EB8-ACE0-1D2A126E091B}"/>
    <dgm:cxn modelId="{2DDFAE3D-BAC3-40A9-A7F4-88F784609F3F}" srcId="{DE511EA8-D9A5-48BA-B5AE-7F85939220AC}" destId="{C96885A6-AF08-4352-A518-EFDFDD7E8A72}" srcOrd="0" destOrd="0" parTransId="{40598229-2E34-462E-A6A4-FFC1188E295B}" sibTransId="{E8AFBA7E-D5F4-40E1-9549-4BAFC7CF0D63}"/>
    <dgm:cxn modelId="{F0BBFA40-57F5-48D3-9701-B1D59BCD4D6B}" srcId="{DE511EA8-D9A5-48BA-B5AE-7F85939220AC}" destId="{28153C0E-DA60-41A3-BE77-043153658165}" srcOrd="2" destOrd="0" parTransId="{131DFF4E-97F8-4486-B7B7-19C9FA4AB95A}" sibTransId="{7EEF8530-2771-4EF2-A47A-DE4FD0CCDAE3}"/>
    <dgm:cxn modelId="{860FCD5B-B3E9-4D85-88B1-D8AA70F427E6}" srcId="{A5585A1B-6C41-4180-84FA-14A559FEAC2D}" destId="{6F9E235B-F3E7-48F7-9E9B-908F7F5A65E4}" srcOrd="2" destOrd="0" parTransId="{E441EC70-68DB-4C47-9C72-37518250A4EF}" sibTransId="{2E044B0E-584A-4ECB-B539-90BE8BE21CCA}"/>
    <dgm:cxn modelId="{5F17125D-40E7-418D-B3A7-80C9B86CF2B8}" type="presOf" srcId="{2F3F194E-F981-44F5-9B94-BA61B2EE89AC}" destId="{ECD203BA-D3CB-4F74-9F9D-66542E0640BF}" srcOrd="0" destOrd="3" presId="urn:microsoft.com/office/officeart/2005/8/layout/cycle4"/>
    <dgm:cxn modelId="{88B9A45D-36C1-48A0-A5DA-453444AC1C48}" type="presOf" srcId="{A6E9C0B6-620A-4483-BAF7-6C75B0A60552}" destId="{5ED53D64-484B-4425-BEA5-97C69284A450}" srcOrd="1" destOrd="0" presId="urn:microsoft.com/office/officeart/2005/8/layout/cycle4"/>
    <dgm:cxn modelId="{D472695F-0AD8-4B9C-B5FD-EA9C82CC7048}" type="presOf" srcId="{11766CC4-8559-4DBF-B150-77E89FEB0AA1}" destId="{5ED53D64-484B-4425-BEA5-97C69284A450}" srcOrd="1" destOrd="1" presId="urn:microsoft.com/office/officeart/2005/8/layout/cycle4"/>
    <dgm:cxn modelId="{98FCA449-4879-497E-BE79-1367745E69CF}" type="presOf" srcId="{EC52100A-9A58-4C55-BF70-09F2D60B14B8}" destId="{DEDBC89E-3DE6-4985-AD17-2A1972C14D74}" srcOrd="1" destOrd="1" presId="urn:microsoft.com/office/officeart/2005/8/layout/cycle4"/>
    <dgm:cxn modelId="{0234FE4A-953A-4F91-BF6F-DC893AB64F99}" type="presOf" srcId="{6FEF20E2-BB09-4D46-B291-BDAFF441D6D6}" destId="{07522366-F6BF-4BB4-8BD0-8036644E36D6}" srcOrd="1" destOrd="0" presId="urn:microsoft.com/office/officeart/2005/8/layout/cycle4"/>
    <dgm:cxn modelId="{AFA4FA6B-1F3D-4FCF-9240-D622155CBF36}" type="presOf" srcId="{A545A7E7-0418-4D54-AD45-B2F24D7D7799}" destId="{E86FF5D8-170F-40A7-8C87-8DF160CF6BBA}" srcOrd="1" destOrd="0" presId="urn:microsoft.com/office/officeart/2005/8/layout/cycle4"/>
    <dgm:cxn modelId="{062D056C-88ED-49E7-B294-F0526694FED4}" type="presOf" srcId="{F97A37B5-EDBF-499B-A001-DFA0D3CC75D4}" destId="{ECD203BA-D3CB-4F74-9F9D-66542E0640BF}" srcOrd="0" destOrd="0" presId="urn:microsoft.com/office/officeart/2005/8/layout/cycle4"/>
    <dgm:cxn modelId="{E681DD6E-6F60-4101-BE0D-4A41D8273DDF}" srcId="{87435675-996E-43F7-8981-CE4774F74010}" destId="{6FEF20E2-BB09-4D46-B291-BDAFF441D6D6}" srcOrd="0" destOrd="0" parTransId="{47CBE727-EFFF-4ED0-9639-357B6E4D62C9}" sibTransId="{6B0F1146-8995-4E10-9ED2-50E0167F482A}"/>
    <dgm:cxn modelId="{DB667871-CFC5-4E71-BA5C-F9FEC3BDA773}" srcId="{C96885A6-AF08-4352-A518-EFDFDD7E8A72}" destId="{35F7802B-B060-4150-8A5D-62CC6C13477B}" srcOrd="2" destOrd="0" parTransId="{9B352250-8009-4C46-92A8-9B5ADFD44863}" sibTransId="{98383D86-E9D1-4468-92A5-461E9F6986EF}"/>
    <dgm:cxn modelId="{F16F4973-6A17-4C07-B8CD-7A8195956EDB}" type="presOf" srcId="{D03C69CC-28A7-408C-8C37-252CC6D86A81}" destId="{E717E10F-BFED-4094-B1BC-83D66BBA026C}" srcOrd="0" destOrd="1" presId="urn:microsoft.com/office/officeart/2005/8/layout/cycle4"/>
    <dgm:cxn modelId="{CBFCF475-4EF9-4431-A4D7-A3074948A290}" type="presOf" srcId="{6F9E235B-F3E7-48F7-9E9B-908F7F5A65E4}" destId="{4244701B-D319-4327-8631-E2BC2B7761E8}" srcOrd="0" destOrd="2" presId="urn:microsoft.com/office/officeart/2005/8/layout/cycle4"/>
    <dgm:cxn modelId="{B5010776-D539-43AB-8A9D-1BB8580A5FAE}" srcId="{C96885A6-AF08-4352-A518-EFDFDD7E8A72}" destId="{2F3F194E-F981-44F5-9B94-BA61B2EE89AC}" srcOrd="3" destOrd="0" parTransId="{FCBDE561-85E7-4350-A5F5-FF6D50FF13EC}" sibTransId="{067F06D4-F620-43B4-8AC3-3ADEC00F4FFC}"/>
    <dgm:cxn modelId="{B3DFE277-1DDA-4220-8659-65479D83A924}" srcId="{DE511EA8-D9A5-48BA-B5AE-7F85939220AC}" destId="{87435675-996E-43F7-8981-CE4774F74010}" srcOrd="1" destOrd="0" parTransId="{C10CE0F6-772F-4F70-B727-80E001706374}" sibTransId="{83512D4A-FE6B-474E-956E-98115DAC44BF}"/>
    <dgm:cxn modelId="{A1191F7A-E7CE-45A1-A702-A0192A73A295}" type="presOf" srcId="{D356718B-1529-47AF-8D00-39AB0B8FCF00}" destId="{E717E10F-BFED-4094-B1BC-83D66BBA026C}" srcOrd="0" destOrd="2" presId="urn:microsoft.com/office/officeart/2005/8/layout/cycle4"/>
    <dgm:cxn modelId="{919CB184-FA78-4640-9809-86C24C6A1EFB}" srcId="{A5585A1B-6C41-4180-84FA-14A559FEAC2D}" destId="{A6E9C0B6-620A-4483-BAF7-6C75B0A60552}" srcOrd="0" destOrd="0" parTransId="{7710CC36-A455-49DB-BDD0-A42B8E9CEEA2}" sibTransId="{0E30B509-5EDC-4AE8-9130-610E890BA5F1}"/>
    <dgm:cxn modelId="{E47EFC8E-01C8-4ED5-B5ED-7EDD3AE8AB2A}" type="presOf" srcId="{35F7802B-B060-4150-8A5D-62CC6C13477B}" destId="{ECD203BA-D3CB-4F74-9F9D-66542E0640BF}" srcOrd="0" destOrd="2" presId="urn:microsoft.com/office/officeart/2005/8/layout/cycle4"/>
    <dgm:cxn modelId="{A7C99D92-8E4F-4929-81B2-3BB011C2263B}" type="presOf" srcId="{6F9E235B-F3E7-48F7-9E9B-908F7F5A65E4}" destId="{5ED53D64-484B-4425-BEA5-97C69284A450}" srcOrd="1" destOrd="2" presId="urn:microsoft.com/office/officeart/2005/8/layout/cycle4"/>
    <dgm:cxn modelId="{9DBAD19D-D30F-48A3-97CB-F667B9C079D5}" type="presOf" srcId="{C96885A6-AF08-4352-A518-EFDFDD7E8A72}" destId="{A1A465D4-9F9B-40CE-BB13-0A3065355ED5}" srcOrd="0" destOrd="0" presId="urn:microsoft.com/office/officeart/2005/8/layout/cycle4"/>
    <dgm:cxn modelId="{4FCF3DA7-BD6A-4C8D-9B93-86A732141E35}" type="presOf" srcId="{F97A37B5-EDBF-499B-A001-DFA0D3CC75D4}" destId="{DEDBC89E-3DE6-4985-AD17-2A1972C14D74}" srcOrd="1" destOrd="0" presId="urn:microsoft.com/office/officeart/2005/8/layout/cycle4"/>
    <dgm:cxn modelId="{0B5D03B2-2912-4131-BABE-E6B920924768}" srcId="{28153C0E-DA60-41A3-BE77-043153658165}" destId="{D03C69CC-28A7-408C-8C37-252CC6D86A81}" srcOrd="1" destOrd="0" parTransId="{7A2A4C31-86B2-4509-B09B-8D7369061926}" sibTransId="{13027144-D021-499F-9525-B7951B06281E}"/>
    <dgm:cxn modelId="{13C01CB4-1FD2-429C-AA3B-48484EA0FEE2}" srcId="{C96885A6-AF08-4352-A518-EFDFDD7E8A72}" destId="{EC52100A-9A58-4C55-BF70-09F2D60B14B8}" srcOrd="1" destOrd="0" parTransId="{1BB0932B-E008-4E63-9DA9-27B8F9E2276A}" sibTransId="{780C483B-F024-443E-8D8A-35A536A750D4}"/>
    <dgm:cxn modelId="{A60671B9-1440-44E1-AD30-821C2383ACD6}" srcId="{87435675-996E-43F7-8981-CE4774F74010}" destId="{A9993275-0C2B-4336-86F2-3ABB148E6D15}" srcOrd="1" destOrd="0" parTransId="{369B9B38-FF95-4AE1-B982-B6A8F34F3ECD}" sibTransId="{9D7410F0-34A4-4088-91BD-A0C56DFAAA68}"/>
    <dgm:cxn modelId="{D99C4EC0-9D98-4B14-85CF-C5E0B1022E5E}" type="presOf" srcId="{A545A7E7-0418-4D54-AD45-B2F24D7D7799}" destId="{E717E10F-BFED-4094-B1BC-83D66BBA026C}" srcOrd="0" destOrd="0" presId="urn:microsoft.com/office/officeart/2005/8/layout/cycle4"/>
    <dgm:cxn modelId="{25F855C3-7B1B-4CCD-9D90-3580ED666C4F}" type="presOf" srcId="{35F7802B-B060-4150-8A5D-62CC6C13477B}" destId="{DEDBC89E-3DE6-4985-AD17-2A1972C14D74}" srcOrd="1" destOrd="2" presId="urn:microsoft.com/office/officeart/2005/8/layout/cycle4"/>
    <dgm:cxn modelId="{615F89C5-4F0B-4833-BC22-9422656E10A8}" type="presOf" srcId="{D03C69CC-28A7-408C-8C37-252CC6D86A81}" destId="{E86FF5D8-170F-40A7-8C87-8DF160CF6BBA}" srcOrd="1" destOrd="1" presId="urn:microsoft.com/office/officeart/2005/8/layout/cycle4"/>
    <dgm:cxn modelId="{4912EFCB-4835-4DA7-8167-C8C1CA33AAA5}" type="presOf" srcId="{A9993275-0C2B-4336-86F2-3ABB148E6D15}" destId="{D7BA770E-F62B-4089-A846-1C8C57670EA4}" srcOrd="0" destOrd="1" presId="urn:microsoft.com/office/officeart/2005/8/layout/cycle4"/>
    <dgm:cxn modelId="{5B465DCF-DA33-4999-9B45-4B7E9A1EBD0B}" type="presOf" srcId="{D356718B-1529-47AF-8D00-39AB0B8FCF00}" destId="{E86FF5D8-170F-40A7-8C87-8DF160CF6BBA}" srcOrd="1" destOrd="2" presId="urn:microsoft.com/office/officeart/2005/8/layout/cycle4"/>
    <dgm:cxn modelId="{1B4C08D0-CA57-4FE1-8C08-02953EFF3771}" type="presOf" srcId="{28153C0E-DA60-41A3-BE77-043153658165}" destId="{CBDF0BC4-81D8-4728-9D95-66A3206AAED1}" srcOrd="0" destOrd="0" presId="urn:microsoft.com/office/officeart/2005/8/layout/cycle4"/>
    <dgm:cxn modelId="{F73C32D1-2154-4BF9-9516-595367567EDE}" type="presOf" srcId="{87435675-996E-43F7-8981-CE4774F74010}" destId="{D9B39E6C-5ACE-4FD4-8587-1F3178E421BF}" srcOrd="0" destOrd="0" presId="urn:microsoft.com/office/officeart/2005/8/layout/cycle4"/>
    <dgm:cxn modelId="{696642D3-D9A1-4F7F-8921-F87B16585819}" srcId="{A5585A1B-6C41-4180-84FA-14A559FEAC2D}" destId="{11766CC4-8559-4DBF-B150-77E89FEB0AA1}" srcOrd="1" destOrd="0" parTransId="{492A9D92-A18A-4593-B509-6D5F8E5D7894}" sibTransId="{FCFC4A9D-6ED1-47B7-A16E-AD5E53243644}"/>
    <dgm:cxn modelId="{2EC8E7D5-5875-48F8-BE56-308A069FB369}" type="presOf" srcId="{2F3F194E-F981-44F5-9B94-BA61B2EE89AC}" destId="{DEDBC89E-3DE6-4985-AD17-2A1972C14D74}" srcOrd="1" destOrd="3" presId="urn:microsoft.com/office/officeart/2005/8/layout/cycle4"/>
    <dgm:cxn modelId="{1CD22FDB-0A6F-4C2F-B8C3-4ECF0BB0C014}" srcId="{28153C0E-DA60-41A3-BE77-043153658165}" destId="{D356718B-1529-47AF-8D00-39AB0B8FCF00}" srcOrd="2" destOrd="0" parTransId="{2505CC96-3BC2-4769-8ED3-C8FFF8AE064C}" sibTransId="{3487BAAF-7AF0-4188-AF36-2799E4D7CA9B}"/>
    <dgm:cxn modelId="{636B2ADC-ED1F-42D1-B23A-95EB54618818}" srcId="{28153C0E-DA60-41A3-BE77-043153658165}" destId="{A545A7E7-0418-4D54-AD45-B2F24D7D7799}" srcOrd="0" destOrd="0" parTransId="{0DF1FD66-9859-4A5A-A4E5-CBD2381D5F71}" sibTransId="{C5AF38A2-E173-4ACF-B914-9FA2F9B69126}"/>
    <dgm:cxn modelId="{EFDE4FDD-7901-4F87-BB6E-C2FC444B66D4}" srcId="{DE511EA8-D9A5-48BA-B5AE-7F85939220AC}" destId="{A5585A1B-6C41-4180-84FA-14A559FEAC2D}" srcOrd="3" destOrd="0" parTransId="{58B05E2A-3286-4E3D-844C-E3D7ED873BC1}" sibTransId="{801E35D1-EA4F-4715-A150-DCDE216E1CFB}"/>
    <dgm:cxn modelId="{D0E5DBE5-214D-4B4F-ADD9-E4DF73EC5A6F}" type="presOf" srcId="{A6E9C0B6-620A-4483-BAF7-6C75B0A60552}" destId="{4244701B-D319-4327-8631-E2BC2B7761E8}" srcOrd="0" destOrd="0" presId="urn:microsoft.com/office/officeart/2005/8/layout/cycle4"/>
    <dgm:cxn modelId="{3DCD6BEA-3141-4BCF-867E-56E616E301CA}" type="presOf" srcId="{A5585A1B-6C41-4180-84FA-14A559FEAC2D}" destId="{EE92C03E-8194-4E70-A8E4-0673A3E031BE}" srcOrd="0" destOrd="0" presId="urn:microsoft.com/office/officeart/2005/8/layout/cycle4"/>
    <dgm:cxn modelId="{8CB867EC-5140-4771-BF9C-EC97BEC54761}" type="presOf" srcId="{AB13239F-0C37-45EC-86E1-16495B55F1A3}" destId="{07522366-F6BF-4BB4-8BD0-8036644E36D6}" srcOrd="1" destOrd="2" presId="urn:microsoft.com/office/officeart/2005/8/layout/cycle4"/>
    <dgm:cxn modelId="{3B701FFB-FB72-466E-B590-FA692925C5FB}" type="presOf" srcId="{11766CC4-8559-4DBF-B150-77E89FEB0AA1}" destId="{4244701B-D319-4327-8631-E2BC2B7761E8}" srcOrd="0" destOrd="1" presId="urn:microsoft.com/office/officeart/2005/8/layout/cycle4"/>
    <dgm:cxn modelId="{2F42393E-567A-4A7A-AE22-A4FCBAB60676}" type="presParOf" srcId="{15CF6D90-D674-429E-AAA7-91946D4FB24B}" destId="{E218278D-C248-47BE-89D3-B262A87EBB78}" srcOrd="0" destOrd="0" presId="urn:microsoft.com/office/officeart/2005/8/layout/cycle4"/>
    <dgm:cxn modelId="{0C3F67E1-B1C7-4534-949A-F5FA4542557E}" type="presParOf" srcId="{E218278D-C248-47BE-89D3-B262A87EBB78}" destId="{521F428C-5062-4B85-9118-17C512EFAF19}" srcOrd="0" destOrd="0" presId="urn:microsoft.com/office/officeart/2005/8/layout/cycle4"/>
    <dgm:cxn modelId="{11869967-4BB8-481B-A5AD-39F7E89B4224}" type="presParOf" srcId="{521F428C-5062-4B85-9118-17C512EFAF19}" destId="{ECD203BA-D3CB-4F74-9F9D-66542E0640BF}" srcOrd="0" destOrd="0" presId="urn:microsoft.com/office/officeart/2005/8/layout/cycle4"/>
    <dgm:cxn modelId="{3F6616EE-F8C5-417C-8F33-1F4E99DA3D79}" type="presParOf" srcId="{521F428C-5062-4B85-9118-17C512EFAF19}" destId="{DEDBC89E-3DE6-4985-AD17-2A1972C14D74}" srcOrd="1" destOrd="0" presId="urn:microsoft.com/office/officeart/2005/8/layout/cycle4"/>
    <dgm:cxn modelId="{A27AB082-B7D5-4BCC-AA4D-B1BBFB9F33CE}" type="presParOf" srcId="{E218278D-C248-47BE-89D3-B262A87EBB78}" destId="{596958E3-0BDB-4BA6-8869-02CFC64F3BF4}" srcOrd="1" destOrd="0" presId="urn:microsoft.com/office/officeart/2005/8/layout/cycle4"/>
    <dgm:cxn modelId="{AA9C7B07-E901-4274-80FA-ECA6065808CF}" type="presParOf" srcId="{596958E3-0BDB-4BA6-8869-02CFC64F3BF4}" destId="{D7BA770E-F62B-4089-A846-1C8C57670EA4}" srcOrd="0" destOrd="0" presId="urn:microsoft.com/office/officeart/2005/8/layout/cycle4"/>
    <dgm:cxn modelId="{45E07D3C-8276-4929-BA45-662FA9EA3655}" type="presParOf" srcId="{596958E3-0BDB-4BA6-8869-02CFC64F3BF4}" destId="{07522366-F6BF-4BB4-8BD0-8036644E36D6}" srcOrd="1" destOrd="0" presId="urn:microsoft.com/office/officeart/2005/8/layout/cycle4"/>
    <dgm:cxn modelId="{E1FDF265-C3A6-409D-8EF1-11A00D384FD5}" type="presParOf" srcId="{E218278D-C248-47BE-89D3-B262A87EBB78}" destId="{9EF550B9-2955-4378-A329-52D31E73FED5}" srcOrd="2" destOrd="0" presId="urn:microsoft.com/office/officeart/2005/8/layout/cycle4"/>
    <dgm:cxn modelId="{D1FBA7FE-883A-4278-B35E-D3ECB98C4FF0}" type="presParOf" srcId="{9EF550B9-2955-4378-A329-52D31E73FED5}" destId="{E717E10F-BFED-4094-B1BC-83D66BBA026C}" srcOrd="0" destOrd="0" presId="urn:microsoft.com/office/officeart/2005/8/layout/cycle4"/>
    <dgm:cxn modelId="{0D2996C8-E8B2-4FB9-AEF4-2794EFDFC657}" type="presParOf" srcId="{9EF550B9-2955-4378-A329-52D31E73FED5}" destId="{E86FF5D8-170F-40A7-8C87-8DF160CF6BBA}" srcOrd="1" destOrd="0" presId="urn:microsoft.com/office/officeart/2005/8/layout/cycle4"/>
    <dgm:cxn modelId="{579CD730-AAE7-4769-953D-0C25198EBD6E}" type="presParOf" srcId="{E218278D-C248-47BE-89D3-B262A87EBB78}" destId="{4CB7516A-C5DB-4C28-90EF-93E2FA020D82}" srcOrd="3" destOrd="0" presId="urn:microsoft.com/office/officeart/2005/8/layout/cycle4"/>
    <dgm:cxn modelId="{E3E7FB53-54A6-4CBD-A4F3-53E25D9A09CB}" type="presParOf" srcId="{4CB7516A-C5DB-4C28-90EF-93E2FA020D82}" destId="{4244701B-D319-4327-8631-E2BC2B7761E8}" srcOrd="0" destOrd="0" presId="urn:microsoft.com/office/officeart/2005/8/layout/cycle4"/>
    <dgm:cxn modelId="{9A4D87D7-37B3-4A98-9BCE-41341DAFAE9E}" type="presParOf" srcId="{4CB7516A-C5DB-4C28-90EF-93E2FA020D82}" destId="{5ED53D64-484B-4425-BEA5-97C69284A450}" srcOrd="1" destOrd="0" presId="urn:microsoft.com/office/officeart/2005/8/layout/cycle4"/>
    <dgm:cxn modelId="{F578EA84-81A1-4E11-842D-FA87F7020655}" type="presParOf" srcId="{E218278D-C248-47BE-89D3-B262A87EBB78}" destId="{B0B3B6C1-8F2A-4C97-A148-FCB70CAF2B83}" srcOrd="4" destOrd="0" presId="urn:microsoft.com/office/officeart/2005/8/layout/cycle4"/>
    <dgm:cxn modelId="{F1DA6605-26EB-4A39-8BCD-941BC50BAE10}" type="presParOf" srcId="{15CF6D90-D674-429E-AAA7-91946D4FB24B}" destId="{55314701-2612-42EA-BC5F-2F23180F2A90}" srcOrd="1" destOrd="0" presId="urn:microsoft.com/office/officeart/2005/8/layout/cycle4"/>
    <dgm:cxn modelId="{7A507368-2176-44A4-AB16-771DC66ABBE2}" type="presParOf" srcId="{55314701-2612-42EA-BC5F-2F23180F2A90}" destId="{A1A465D4-9F9B-40CE-BB13-0A3065355ED5}" srcOrd="0" destOrd="0" presId="urn:microsoft.com/office/officeart/2005/8/layout/cycle4"/>
    <dgm:cxn modelId="{4130FA10-9CD7-4DD7-9369-AED76F606B9D}" type="presParOf" srcId="{55314701-2612-42EA-BC5F-2F23180F2A90}" destId="{D9B39E6C-5ACE-4FD4-8587-1F3178E421BF}" srcOrd="1" destOrd="0" presId="urn:microsoft.com/office/officeart/2005/8/layout/cycle4"/>
    <dgm:cxn modelId="{7B72F77D-E1DF-4DB3-A32B-CF89716C1387}" type="presParOf" srcId="{55314701-2612-42EA-BC5F-2F23180F2A90}" destId="{CBDF0BC4-81D8-4728-9D95-66A3206AAED1}" srcOrd="2" destOrd="0" presId="urn:microsoft.com/office/officeart/2005/8/layout/cycle4"/>
    <dgm:cxn modelId="{B9E90FE9-47C4-4503-88CB-97E5A9CC5401}" type="presParOf" srcId="{55314701-2612-42EA-BC5F-2F23180F2A90}" destId="{EE92C03E-8194-4E70-A8E4-0673A3E031BE}" srcOrd="3" destOrd="0" presId="urn:microsoft.com/office/officeart/2005/8/layout/cycle4"/>
    <dgm:cxn modelId="{1B2B6131-94DF-4748-BC68-21E17F49D88C}" type="presParOf" srcId="{55314701-2612-42EA-BC5F-2F23180F2A90}" destId="{AF813D19-E90D-4939-9AA3-43DA94D33E5E}" srcOrd="4" destOrd="0" presId="urn:microsoft.com/office/officeart/2005/8/layout/cycle4"/>
    <dgm:cxn modelId="{0B755962-01C6-41CE-B903-8E7C43A5B381}" type="presParOf" srcId="{15CF6D90-D674-429E-AAA7-91946D4FB24B}" destId="{8A5A57D2-2C9F-48EE-AD83-F5FCC9D2E2D1}" srcOrd="2" destOrd="0" presId="urn:microsoft.com/office/officeart/2005/8/layout/cycle4"/>
    <dgm:cxn modelId="{48CE4E5F-5FC9-40B4-9173-9D93574EE517}" type="presParOf" srcId="{15CF6D90-D674-429E-AAA7-91946D4FB24B}" destId="{8A4F9013-8E71-46BE-8244-13EA52EE54BB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06D9A74-08DC-44CD-A83F-BAB8E38A0304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0CB5F7E-06BF-4D8F-9837-3F33774D0981}">
      <dgm:prSet phldrT="[Text]"/>
      <dgm:spPr/>
      <dgm:t>
        <a:bodyPr/>
        <a:lstStyle/>
        <a:p>
          <a:r>
            <a:rPr lang="en-US" dirty="0">
              <a:latin typeface="Comic Sans MS" panose="030F0702030302020204" pitchFamily="66" charset="0"/>
            </a:rPr>
            <a:t>Impact</a:t>
          </a:r>
          <a:endParaRPr lang="en-IN" dirty="0">
            <a:latin typeface="Comic Sans MS" panose="030F0702030302020204" pitchFamily="66" charset="0"/>
          </a:endParaRPr>
        </a:p>
      </dgm:t>
    </dgm:pt>
    <dgm:pt modelId="{EA31F764-2394-4910-B236-BA52FB5E45A0}" type="parTrans" cxnId="{7050B91A-C311-4993-8ED3-F1DA6EADEEF2}">
      <dgm:prSet/>
      <dgm:spPr/>
      <dgm:t>
        <a:bodyPr/>
        <a:lstStyle/>
        <a:p>
          <a:endParaRPr lang="en-IN"/>
        </a:p>
      </dgm:t>
    </dgm:pt>
    <dgm:pt modelId="{DE79D506-0F99-46B8-84D9-30B231E2D4DF}" type="sibTrans" cxnId="{7050B91A-C311-4993-8ED3-F1DA6EADEEF2}">
      <dgm:prSet/>
      <dgm:spPr/>
      <dgm:t>
        <a:bodyPr/>
        <a:lstStyle/>
        <a:p>
          <a:endParaRPr lang="en-IN"/>
        </a:p>
      </dgm:t>
    </dgm:pt>
    <dgm:pt modelId="{E2B3B5DF-EA46-42A7-A5DC-658933FE736F}">
      <dgm:prSet phldrT="[Text]"/>
      <dgm:spPr/>
      <dgm:t>
        <a:bodyPr/>
        <a:lstStyle/>
        <a:p>
          <a:r>
            <a:rPr lang="en-US" dirty="0">
              <a:latin typeface="Comic Sans MS" panose="030F0702030302020204" pitchFamily="66" charset="0"/>
            </a:rPr>
            <a:t>Students </a:t>
          </a:r>
          <a:endParaRPr lang="en-IN" dirty="0">
            <a:latin typeface="Comic Sans MS" panose="030F0702030302020204" pitchFamily="66" charset="0"/>
          </a:endParaRPr>
        </a:p>
      </dgm:t>
    </dgm:pt>
    <dgm:pt modelId="{ECD08E1B-B9F0-40B1-B043-D2C5F3E47C0E}" type="parTrans" cxnId="{A162F4A3-E04F-4411-9440-0899CA77EF99}">
      <dgm:prSet/>
      <dgm:spPr/>
      <dgm:t>
        <a:bodyPr/>
        <a:lstStyle/>
        <a:p>
          <a:endParaRPr lang="en-IN"/>
        </a:p>
      </dgm:t>
    </dgm:pt>
    <dgm:pt modelId="{73D06E03-2582-4824-A05E-4EBD7227A298}" type="sibTrans" cxnId="{A162F4A3-E04F-4411-9440-0899CA77EF99}">
      <dgm:prSet/>
      <dgm:spPr/>
      <dgm:t>
        <a:bodyPr/>
        <a:lstStyle/>
        <a:p>
          <a:endParaRPr lang="en-IN"/>
        </a:p>
      </dgm:t>
    </dgm:pt>
    <dgm:pt modelId="{45949EAA-9E9A-4F75-8C70-3CC50C76774F}">
      <dgm:prSet phldrT="[Text]"/>
      <dgm:spPr/>
      <dgm:t>
        <a:bodyPr/>
        <a:lstStyle/>
        <a:p>
          <a:r>
            <a:rPr lang="en-US" dirty="0">
              <a:latin typeface="Comic Sans MS" panose="030F0702030302020204" pitchFamily="66" charset="0"/>
            </a:rPr>
            <a:t>&gt; Personalized roadmap</a:t>
          </a:r>
        </a:p>
        <a:p>
          <a:r>
            <a:rPr lang="en-US" dirty="0">
              <a:latin typeface="Comic Sans MS" panose="030F0702030302020204" pitchFamily="66" charset="0"/>
            </a:rPr>
            <a:t>&gt; Removes guesswork</a:t>
          </a:r>
        </a:p>
        <a:p>
          <a:r>
            <a:rPr lang="en-IN" dirty="0">
              <a:latin typeface="Comic Sans MS" panose="030F0702030302020204" pitchFamily="66" charset="0"/>
            </a:rPr>
            <a:t>&gt; Improves motivation</a:t>
          </a:r>
        </a:p>
      </dgm:t>
    </dgm:pt>
    <dgm:pt modelId="{C11BA06A-C7D0-44FB-BC3D-198A6E0BC4E2}" type="parTrans" cxnId="{8508A8BC-8542-40E4-939A-3CE3505982DE}">
      <dgm:prSet/>
      <dgm:spPr/>
      <dgm:t>
        <a:bodyPr/>
        <a:lstStyle/>
        <a:p>
          <a:endParaRPr lang="en-IN"/>
        </a:p>
      </dgm:t>
    </dgm:pt>
    <dgm:pt modelId="{6F086EF0-84C0-430A-8562-C96D566F8343}" type="sibTrans" cxnId="{8508A8BC-8542-40E4-939A-3CE3505982DE}">
      <dgm:prSet/>
      <dgm:spPr/>
      <dgm:t>
        <a:bodyPr/>
        <a:lstStyle/>
        <a:p>
          <a:endParaRPr lang="en-IN"/>
        </a:p>
      </dgm:t>
    </dgm:pt>
    <dgm:pt modelId="{CF897CB5-FE2C-4966-AE5A-21A309B3E871}">
      <dgm:prSet phldrT="[Text]"/>
      <dgm:spPr/>
      <dgm:t>
        <a:bodyPr/>
        <a:lstStyle/>
        <a:p>
          <a:r>
            <a:rPr lang="en-US" dirty="0">
              <a:latin typeface="Comic Sans MS" panose="030F0702030302020204" pitchFamily="66" charset="0"/>
            </a:rPr>
            <a:t>Industry</a:t>
          </a:r>
          <a:endParaRPr lang="en-IN" dirty="0">
            <a:latin typeface="Comic Sans MS" panose="030F0702030302020204" pitchFamily="66" charset="0"/>
          </a:endParaRPr>
        </a:p>
      </dgm:t>
    </dgm:pt>
    <dgm:pt modelId="{D97A1005-25F7-40A4-8069-5103D4114E9F}" type="parTrans" cxnId="{521010EB-A753-41BF-99BE-81F1B87727F3}">
      <dgm:prSet/>
      <dgm:spPr/>
      <dgm:t>
        <a:bodyPr/>
        <a:lstStyle/>
        <a:p>
          <a:endParaRPr lang="en-IN"/>
        </a:p>
      </dgm:t>
    </dgm:pt>
    <dgm:pt modelId="{84E14767-FFD3-4FFD-9911-27D7669785A5}" type="sibTrans" cxnId="{521010EB-A753-41BF-99BE-81F1B87727F3}">
      <dgm:prSet/>
      <dgm:spPr/>
      <dgm:t>
        <a:bodyPr/>
        <a:lstStyle/>
        <a:p>
          <a:endParaRPr lang="en-IN"/>
        </a:p>
      </dgm:t>
    </dgm:pt>
    <dgm:pt modelId="{7CE14759-BAC7-482A-8BE4-88B9560134AD}">
      <dgm:prSet phldrT="[Text]"/>
      <dgm:spPr/>
      <dgm:t>
        <a:bodyPr/>
        <a:lstStyle/>
        <a:p>
          <a:r>
            <a:rPr lang="en-US" dirty="0">
              <a:latin typeface="Comic Sans MS" panose="030F0702030302020204" pitchFamily="66" charset="0"/>
            </a:rPr>
            <a:t>&gt; Reduces time/cost in training new hires by providing job-ready graduates</a:t>
          </a:r>
          <a:endParaRPr lang="en-IN" dirty="0">
            <a:latin typeface="Comic Sans MS" panose="030F0702030302020204" pitchFamily="66" charset="0"/>
          </a:endParaRPr>
        </a:p>
      </dgm:t>
    </dgm:pt>
    <dgm:pt modelId="{B47B1481-CCE7-4A7A-9A57-DF3CF638AF66}" type="parTrans" cxnId="{6CBDD1C5-71E7-4A51-9066-BEF0DF33022D}">
      <dgm:prSet/>
      <dgm:spPr/>
      <dgm:t>
        <a:bodyPr/>
        <a:lstStyle/>
        <a:p>
          <a:endParaRPr lang="en-IN"/>
        </a:p>
      </dgm:t>
    </dgm:pt>
    <dgm:pt modelId="{D89B8AF9-9B7B-43DE-A89F-48D379B9CEBF}" type="sibTrans" cxnId="{6CBDD1C5-71E7-4A51-9066-BEF0DF33022D}">
      <dgm:prSet/>
      <dgm:spPr/>
      <dgm:t>
        <a:bodyPr/>
        <a:lstStyle/>
        <a:p>
          <a:endParaRPr lang="en-IN"/>
        </a:p>
      </dgm:t>
    </dgm:pt>
    <dgm:pt modelId="{9BFF8069-CB7F-49EC-8BF1-0AA7D6F1DC07}" type="pres">
      <dgm:prSet presAssocID="{906D9A74-08DC-44CD-A83F-BAB8E38A030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EF81A04-EC12-4A6C-B684-B8141E19A6FE}" type="pres">
      <dgm:prSet presAssocID="{30CB5F7E-06BF-4D8F-9837-3F33774D0981}" presName="hierRoot1" presStyleCnt="0"/>
      <dgm:spPr/>
    </dgm:pt>
    <dgm:pt modelId="{0A29B32A-07FB-438E-9854-1EBA78EAC0EC}" type="pres">
      <dgm:prSet presAssocID="{30CB5F7E-06BF-4D8F-9837-3F33774D0981}" presName="composite" presStyleCnt="0"/>
      <dgm:spPr/>
    </dgm:pt>
    <dgm:pt modelId="{AB3D0CBE-4295-410A-BBC2-461A9C4FD4D5}" type="pres">
      <dgm:prSet presAssocID="{30CB5F7E-06BF-4D8F-9837-3F33774D0981}" presName="background" presStyleLbl="node0" presStyleIdx="0" presStyleCnt="1"/>
      <dgm:spPr/>
    </dgm:pt>
    <dgm:pt modelId="{D2806EC2-CFD8-4F5D-9B52-44DDB0DE318E}" type="pres">
      <dgm:prSet presAssocID="{30CB5F7E-06BF-4D8F-9837-3F33774D0981}" presName="text" presStyleLbl="fgAcc0" presStyleIdx="0" presStyleCnt="1">
        <dgm:presLayoutVars>
          <dgm:chPref val="3"/>
        </dgm:presLayoutVars>
      </dgm:prSet>
      <dgm:spPr/>
    </dgm:pt>
    <dgm:pt modelId="{014823DF-8DA1-453C-AC54-B07BA4F5D890}" type="pres">
      <dgm:prSet presAssocID="{30CB5F7E-06BF-4D8F-9837-3F33774D0981}" presName="hierChild2" presStyleCnt="0"/>
      <dgm:spPr/>
    </dgm:pt>
    <dgm:pt modelId="{32A4EA55-93D1-436C-9A67-370F45974A4D}" type="pres">
      <dgm:prSet presAssocID="{ECD08E1B-B9F0-40B1-B043-D2C5F3E47C0E}" presName="Name10" presStyleLbl="parChTrans1D2" presStyleIdx="0" presStyleCnt="2"/>
      <dgm:spPr/>
    </dgm:pt>
    <dgm:pt modelId="{AD8612CE-C640-4CE6-A992-DB1EE6D6A14F}" type="pres">
      <dgm:prSet presAssocID="{E2B3B5DF-EA46-42A7-A5DC-658933FE736F}" presName="hierRoot2" presStyleCnt="0"/>
      <dgm:spPr/>
    </dgm:pt>
    <dgm:pt modelId="{D74A1558-6883-4A1E-B4A3-90B6AF7BB169}" type="pres">
      <dgm:prSet presAssocID="{E2B3B5DF-EA46-42A7-A5DC-658933FE736F}" presName="composite2" presStyleCnt="0"/>
      <dgm:spPr/>
    </dgm:pt>
    <dgm:pt modelId="{82A69145-D10C-44C2-A685-EEFEA574095B}" type="pres">
      <dgm:prSet presAssocID="{E2B3B5DF-EA46-42A7-A5DC-658933FE736F}" presName="background2" presStyleLbl="node2" presStyleIdx="0" presStyleCnt="2"/>
      <dgm:spPr/>
    </dgm:pt>
    <dgm:pt modelId="{2B4AC1FF-EAFB-4758-BF27-5BCD718C8DC1}" type="pres">
      <dgm:prSet presAssocID="{E2B3B5DF-EA46-42A7-A5DC-658933FE736F}" presName="text2" presStyleLbl="fgAcc2" presStyleIdx="0" presStyleCnt="2">
        <dgm:presLayoutVars>
          <dgm:chPref val="3"/>
        </dgm:presLayoutVars>
      </dgm:prSet>
      <dgm:spPr/>
    </dgm:pt>
    <dgm:pt modelId="{E319B554-360E-4DF2-B931-62A107987F2B}" type="pres">
      <dgm:prSet presAssocID="{E2B3B5DF-EA46-42A7-A5DC-658933FE736F}" presName="hierChild3" presStyleCnt="0"/>
      <dgm:spPr/>
    </dgm:pt>
    <dgm:pt modelId="{C3A4E307-68AC-477C-A4D1-FD9E0BAB2A4A}" type="pres">
      <dgm:prSet presAssocID="{C11BA06A-C7D0-44FB-BC3D-198A6E0BC4E2}" presName="Name17" presStyleLbl="parChTrans1D3" presStyleIdx="0" presStyleCnt="2"/>
      <dgm:spPr/>
    </dgm:pt>
    <dgm:pt modelId="{ABD81FB0-A4FB-40A4-98B2-81595A8FBF78}" type="pres">
      <dgm:prSet presAssocID="{45949EAA-9E9A-4F75-8C70-3CC50C76774F}" presName="hierRoot3" presStyleCnt="0"/>
      <dgm:spPr/>
    </dgm:pt>
    <dgm:pt modelId="{0F40AC6E-76E5-439D-88EC-43C2F8616C08}" type="pres">
      <dgm:prSet presAssocID="{45949EAA-9E9A-4F75-8C70-3CC50C76774F}" presName="composite3" presStyleCnt="0"/>
      <dgm:spPr/>
    </dgm:pt>
    <dgm:pt modelId="{B3451D22-2247-49F5-9051-A720C512ACEB}" type="pres">
      <dgm:prSet presAssocID="{45949EAA-9E9A-4F75-8C70-3CC50C76774F}" presName="background3" presStyleLbl="node3" presStyleIdx="0" presStyleCnt="2"/>
      <dgm:spPr/>
    </dgm:pt>
    <dgm:pt modelId="{CB380DC1-64B1-4D07-8680-2F7ADBEE59E4}" type="pres">
      <dgm:prSet presAssocID="{45949EAA-9E9A-4F75-8C70-3CC50C76774F}" presName="text3" presStyleLbl="fgAcc3" presStyleIdx="0" presStyleCnt="2">
        <dgm:presLayoutVars>
          <dgm:chPref val="3"/>
        </dgm:presLayoutVars>
      </dgm:prSet>
      <dgm:spPr/>
    </dgm:pt>
    <dgm:pt modelId="{54ACBD7B-7861-4FF3-85B8-B07D81F90EEB}" type="pres">
      <dgm:prSet presAssocID="{45949EAA-9E9A-4F75-8C70-3CC50C76774F}" presName="hierChild4" presStyleCnt="0"/>
      <dgm:spPr/>
    </dgm:pt>
    <dgm:pt modelId="{D9A24E1F-550E-46CA-915C-64A8C95BAADE}" type="pres">
      <dgm:prSet presAssocID="{D97A1005-25F7-40A4-8069-5103D4114E9F}" presName="Name10" presStyleLbl="parChTrans1D2" presStyleIdx="1" presStyleCnt="2"/>
      <dgm:spPr/>
    </dgm:pt>
    <dgm:pt modelId="{53E7458D-2414-4F7E-845F-99E50450C089}" type="pres">
      <dgm:prSet presAssocID="{CF897CB5-FE2C-4966-AE5A-21A309B3E871}" presName="hierRoot2" presStyleCnt="0"/>
      <dgm:spPr/>
    </dgm:pt>
    <dgm:pt modelId="{C51CDAFB-EEE9-496C-8899-356B7ADE7BA3}" type="pres">
      <dgm:prSet presAssocID="{CF897CB5-FE2C-4966-AE5A-21A309B3E871}" presName="composite2" presStyleCnt="0"/>
      <dgm:spPr/>
    </dgm:pt>
    <dgm:pt modelId="{042872BC-D56D-4A89-AB40-B9D22D0A4A1C}" type="pres">
      <dgm:prSet presAssocID="{CF897CB5-FE2C-4966-AE5A-21A309B3E871}" presName="background2" presStyleLbl="node2" presStyleIdx="1" presStyleCnt="2"/>
      <dgm:spPr/>
    </dgm:pt>
    <dgm:pt modelId="{E5CC7C22-4166-47C4-B028-F5FD42B253F1}" type="pres">
      <dgm:prSet presAssocID="{CF897CB5-FE2C-4966-AE5A-21A309B3E871}" presName="text2" presStyleLbl="fgAcc2" presStyleIdx="1" presStyleCnt="2">
        <dgm:presLayoutVars>
          <dgm:chPref val="3"/>
        </dgm:presLayoutVars>
      </dgm:prSet>
      <dgm:spPr/>
    </dgm:pt>
    <dgm:pt modelId="{56DD23F1-E555-4860-924D-85BB5A26C810}" type="pres">
      <dgm:prSet presAssocID="{CF897CB5-FE2C-4966-AE5A-21A309B3E871}" presName="hierChild3" presStyleCnt="0"/>
      <dgm:spPr/>
    </dgm:pt>
    <dgm:pt modelId="{B0E0235F-9872-4CC6-84DC-37377A5D5BB1}" type="pres">
      <dgm:prSet presAssocID="{B47B1481-CCE7-4A7A-9A57-DF3CF638AF66}" presName="Name17" presStyleLbl="parChTrans1D3" presStyleIdx="1" presStyleCnt="2"/>
      <dgm:spPr/>
    </dgm:pt>
    <dgm:pt modelId="{90B7A035-3434-4B6F-AFFD-A2A947C3CEB3}" type="pres">
      <dgm:prSet presAssocID="{7CE14759-BAC7-482A-8BE4-88B9560134AD}" presName="hierRoot3" presStyleCnt="0"/>
      <dgm:spPr/>
    </dgm:pt>
    <dgm:pt modelId="{F65E8791-97BA-47D7-9F43-8C11201563A3}" type="pres">
      <dgm:prSet presAssocID="{7CE14759-BAC7-482A-8BE4-88B9560134AD}" presName="composite3" presStyleCnt="0"/>
      <dgm:spPr/>
    </dgm:pt>
    <dgm:pt modelId="{3C8BA3A5-D82D-4899-8DF2-802A25B907E0}" type="pres">
      <dgm:prSet presAssocID="{7CE14759-BAC7-482A-8BE4-88B9560134AD}" presName="background3" presStyleLbl="node3" presStyleIdx="1" presStyleCnt="2"/>
      <dgm:spPr/>
    </dgm:pt>
    <dgm:pt modelId="{1F375AA0-7AC4-4F3D-8F9D-69589B89D81F}" type="pres">
      <dgm:prSet presAssocID="{7CE14759-BAC7-482A-8BE4-88B9560134AD}" presName="text3" presStyleLbl="fgAcc3" presStyleIdx="1" presStyleCnt="2">
        <dgm:presLayoutVars>
          <dgm:chPref val="3"/>
        </dgm:presLayoutVars>
      </dgm:prSet>
      <dgm:spPr/>
    </dgm:pt>
    <dgm:pt modelId="{5A322413-8846-4C99-8256-5617714C3C72}" type="pres">
      <dgm:prSet presAssocID="{7CE14759-BAC7-482A-8BE4-88B9560134AD}" presName="hierChild4" presStyleCnt="0"/>
      <dgm:spPr/>
    </dgm:pt>
  </dgm:ptLst>
  <dgm:cxnLst>
    <dgm:cxn modelId="{7050B91A-C311-4993-8ED3-F1DA6EADEEF2}" srcId="{906D9A74-08DC-44CD-A83F-BAB8E38A0304}" destId="{30CB5F7E-06BF-4D8F-9837-3F33774D0981}" srcOrd="0" destOrd="0" parTransId="{EA31F764-2394-4910-B236-BA52FB5E45A0}" sibTransId="{DE79D506-0F99-46B8-84D9-30B231E2D4DF}"/>
    <dgm:cxn modelId="{C1F5D830-1864-4567-A415-06F75D27B8DE}" type="presOf" srcId="{D97A1005-25F7-40A4-8069-5103D4114E9F}" destId="{D9A24E1F-550E-46CA-915C-64A8C95BAADE}" srcOrd="0" destOrd="0" presId="urn:microsoft.com/office/officeart/2005/8/layout/hierarchy1"/>
    <dgm:cxn modelId="{0E3C5462-F23F-4C4A-9D7A-307E304026B0}" type="presOf" srcId="{30CB5F7E-06BF-4D8F-9837-3F33774D0981}" destId="{D2806EC2-CFD8-4F5D-9B52-44DDB0DE318E}" srcOrd="0" destOrd="0" presId="urn:microsoft.com/office/officeart/2005/8/layout/hierarchy1"/>
    <dgm:cxn modelId="{3718F744-3E76-45A8-9E92-F342FF7405C5}" type="presOf" srcId="{45949EAA-9E9A-4F75-8C70-3CC50C76774F}" destId="{CB380DC1-64B1-4D07-8680-2F7ADBEE59E4}" srcOrd="0" destOrd="0" presId="urn:microsoft.com/office/officeart/2005/8/layout/hierarchy1"/>
    <dgm:cxn modelId="{759EE373-034D-4B0D-9454-3E215A633629}" type="presOf" srcId="{C11BA06A-C7D0-44FB-BC3D-198A6E0BC4E2}" destId="{C3A4E307-68AC-477C-A4D1-FD9E0BAB2A4A}" srcOrd="0" destOrd="0" presId="urn:microsoft.com/office/officeart/2005/8/layout/hierarchy1"/>
    <dgm:cxn modelId="{F783F68C-74E7-491F-B07D-B87531374D4C}" type="presOf" srcId="{906D9A74-08DC-44CD-A83F-BAB8E38A0304}" destId="{9BFF8069-CB7F-49EC-8BF1-0AA7D6F1DC07}" srcOrd="0" destOrd="0" presId="urn:microsoft.com/office/officeart/2005/8/layout/hierarchy1"/>
    <dgm:cxn modelId="{26A5A9A3-BB5A-43A6-9B7C-16831613609B}" type="presOf" srcId="{B47B1481-CCE7-4A7A-9A57-DF3CF638AF66}" destId="{B0E0235F-9872-4CC6-84DC-37377A5D5BB1}" srcOrd="0" destOrd="0" presId="urn:microsoft.com/office/officeart/2005/8/layout/hierarchy1"/>
    <dgm:cxn modelId="{A162F4A3-E04F-4411-9440-0899CA77EF99}" srcId="{30CB5F7E-06BF-4D8F-9837-3F33774D0981}" destId="{E2B3B5DF-EA46-42A7-A5DC-658933FE736F}" srcOrd="0" destOrd="0" parTransId="{ECD08E1B-B9F0-40B1-B043-D2C5F3E47C0E}" sibTransId="{73D06E03-2582-4824-A05E-4EBD7227A298}"/>
    <dgm:cxn modelId="{78F470AC-2D1C-46E4-BBD3-954FA6F27825}" type="presOf" srcId="{ECD08E1B-B9F0-40B1-B043-D2C5F3E47C0E}" destId="{32A4EA55-93D1-436C-9A67-370F45974A4D}" srcOrd="0" destOrd="0" presId="urn:microsoft.com/office/officeart/2005/8/layout/hierarchy1"/>
    <dgm:cxn modelId="{5EE672B2-F073-47B4-BE2E-150FC07D146C}" type="presOf" srcId="{CF897CB5-FE2C-4966-AE5A-21A309B3E871}" destId="{E5CC7C22-4166-47C4-B028-F5FD42B253F1}" srcOrd="0" destOrd="0" presId="urn:microsoft.com/office/officeart/2005/8/layout/hierarchy1"/>
    <dgm:cxn modelId="{8508A8BC-8542-40E4-939A-3CE3505982DE}" srcId="{E2B3B5DF-EA46-42A7-A5DC-658933FE736F}" destId="{45949EAA-9E9A-4F75-8C70-3CC50C76774F}" srcOrd="0" destOrd="0" parTransId="{C11BA06A-C7D0-44FB-BC3D-198A6E0BC4E2}" sibTransId="{6F086EF0-84C0-430A-8562-C96D566F8343}"/>
    <dgm:cxn modelId="{66CFECC1-A01D-4BF3-91A3-46FCB1B0DE96}" type="presOf" srcId="{E2B3B5DF-EA46-42A7-A5DC-658933FE736F}" destId="{2B4AC1FF-EAFB-4758-BF27-5BCD718C8DC1}" srcOrd="0" destOrd="0" presId="urn:microsoft.com/office/officeart/2005/8/layout/hierarchy1"/>
    <dgm:cxn modelId="{6CBDD1C5-71E7-4A51-9066-BEF0DF33022D}" srcId="{CF897CB5-FE2C-4966-AE5A-21A309B3E871}" destId="{7CE14759-BAC7-482A-8BE4-88B9560134AD}" srcOrd="0" destOrd="0" parTransId="{B47B1481-CCE7-4A7A-9A57-DF3CF638AF66}" sibTransId="{D89B8AF9-9B7B-43DE-A89F-48D379B9CEBF}"/>
    <dgm:cxn modelId="{521010EB-A753-41BF-99BE-81F1B87727F3}" srcId="{30CB5F7E-06BF-4D8F-9837-3F33774D0981}" destId="{CF897CB5-FE2C-4966-AE5A-21A309B3E871}" srcOrd="1" destOrd="0" parTransId="{D97A1005-25F7-40A4-8069-5103D4114E9F}" sibTransId="{84E14767-FFD3-4FFD-9911-27D7669785A5}"/>
    <dgm:cxn modelId="{A3EE3DF6-9C09-48DE-AEDD-F185250AFF0C}" type="presOf" srcId="{7CE14759-BAC7-482A-8BE4-88B9560134AD}" destId="{1F375AA0-7AC4-4F3D-8F9D-69589B89D81F}" srcOrd="0" destOrd="0" presId="urn:microsoft.com/office/officeart/2005/8/layout/hierarchy1"/>
    <dgm:cxn modelId="{60BFC2A7-AFA5-4C91-A753-DDF0EFA868D1}" type="presParOf" srcId="{9BFF8069-CB7F-49EC-8BF1-0AA7D6F1DC07}" destId="{2EF81A04-EC12-4A6C-B684-B8141E19A6FE}" srcOrd="0" destOrd="0" presId="urn:microsoft.com/office/officeart/2005/8/layout/hierarchy1"/>
    <dgm:cxn modelId="{4749672E-B665-46F3-98CB-E42EF8C20E9D}" type="presParOf" srcId="{2EF81A04-EC12-4A6C-B684-B8141E19A6FE}" destId="{0A29B32A-07FB-438E-9854-1EBA78EAC0EC}" srcOrd="0" destOrd="0" presId="urn:microsoft.com/office/officeart/2005/8/layout/hierarchy1"/>
    <dgm:cxn modelId="{7BFFFE16-4C73-4B4E-BB80-1CB10A005EA9}" type="presParOf" srcId="{0A29B32A-07FB-438E-9854-1EBA78EAC0EC}" destId="{AB3D0CBE-4295-410A-BBC2-461A9C4FD4D5}" srcOrd="0" destOrd="0" presId="urn:microsoft.com/office/officeart/2005/8/layout/hierarchy1"/>
    <dgm:cxn modelId="{DDF72496-C789-466B-8E59-DB418E7527CE}" type="presParOf" srcId="{0A29B32A-07FB-438E-9854-1EBA78EAC0EC}" destId="{D2806EC2-CFD8-4F5D-9B52-44DDB0DE318E}" srcOrd="1" destOrd="0" presId="urn:microsoft.com/office/officeart/2005/8/layout/hierarchy1"/>
    <dgm:cxn modelId="{A3721756-AE88-4034-A305-D9A76D461C24}" type="presParOf" srcId="{2EF81A04-EC12-4A6C-B684-B8141E19A6FE}" destId="{014823DF-8DA1-453C-AC54-B07BA4F5D890}" srcOrd="1" destOrd="0" presId="urn:microsoft.com/office/officeart/2005/8/layout/hierarchy1"/>
    <dgm:cxn modelId="{51B56227-B07F-4CD5-8D24-5AB340126CDC}" type="presParOf" srcId="{014823DF-8DA1-453C-AC54-B07BA4F5D890}" destId="{32A4EA55-93D1-436C-9A67-370F45974A4D}" srcOrd="0" destOrd="0" presId="urn:microsoft.com/office/officeart/2005/8/layout/hierarchy1"/>
    <dgm:cxn modelId="{360FDDCE-85A2-4D38-BEEA-0DA0368BDDF1}" type="presParOf" srcId="{014823DF-8DA1-453C-AC54-B07BA4F5D890}" destId="{AD8612CE-C640-4CE6-A992-DB1EE6D6A14F}" srcOrd="1" destOrd="0" presId="urn:microsoft.com/office/officeart/2005/8/layout/hierarchy1"/>
    <dgm:cxn modelId="{2A3B0CD1-AC46-4362-AC85-7418F3E06ACD}" type="presParOf" srcId="{AD8612CE-C640-4CE6-A992-DB1EE6D6A14F}" destId="{D74A1558-6883-4A1E-B4A3-90B6AF7BB169}" srcOrd="0" destOrd="0" presId="urn:microsoft.com/office/officeart/2005/8/layout/hierarchy1"/>
    <dgm:cxn modelId="{F22A25DD-8A71-4676-886E-162727E530F0}" type="presParOf" srcId="{D74A1558-6883-4A1E-B4A3-90B6AF7BB169}" destId="{82A69145-D10C-44C2-A685-EEFEA574095B}" srcOrd="0" destOrd="0" presId="urn:microsoft.com/office/officeart/2005/8/layout/hierarchy1"/>
    <dgm:cxn modelId="{D2090C77-80E6-42FC-8CE9-7992DF5B0EC7}" type="presParOf" srcId="{D74A1558-6883-4A1E-B4A3-90B6AF7BB169}" destId="{2B4AC1FF-EAFB-4758-BF27-5BCD718C8DC1}" srcOrd="1" destOrd="0" presId="urn:microsoft.com/office/officeart/2005/8/layout/hierarchy1"/>
    <dgm:cxn modelId="{EB339CE3-70B0-4857-9177-3B95F52B0AC2}" type="presParOf" srcId="{AD8612CE-C640-4CE6-A992-DB1EE6D6A14F}" destId="{E319B554-360E-4DF2-B931-62A107987F2B}" srcOrd="1" destOrd="0" presId="urn:microsoft.com/office/officeart/2005/8/layout/hierarchy1"/>
    <dgm:cxn modelId="{43033924-5484-49B0-93E7-0144143CBAE5}" type="presParOf" srcId="{E319B554-360E-4DF2-B931-62A107987F2B}" destId="{C3A4E307-68AC-477C-A4D1-FD9E0BAB2A4A}" srcOrd="0" destOrd="0" presId="urn:microsoft.com/office/officeart/2005/8/layout/hierarchy1"/>
    <dgm:cxn modelId="{F7B3F35E-733C-4C15-B197-8857EC9EFB25}" type="presParOf" srcId="{E319B554-360E-4DF2-B931-62A107987F2B}" destId="{ABD81FB0-A4FB-40A4-98B2-81595A8FBF78}" srcOrd="1" destOrd="0" presId="urn:microsoft.com/office/officeart/2005/8/layout/hierarchy1"/>
    <dgm:cxn modelId="{3B0843F8-C449-435B-85AE-C31CC302005F}" type="presParOf" srcId="{ABD81FB0-A4FB-40A4-98B2-81595A8FBF78}" destId="{0F40AC6E-76E5-439D-88EC-43C2F8616C08}" srcOrd="0" destOrd="0" presId="urn:microsoft.com/office/officeart/2005/8/layout/hierarchy1"/>
    <dgm:cxn modelId="{B498EA45-CBE3-405D-A7A4-AAC869F5BBF9}" type="presParOf" srcId="{0F40AC6E-76E5-439D-88EC-43C2F8616C08}" destId="{B3451D22-2247-49F5-9051-A720C512ACEB}" srcOrd="0" destOrd="0" presId="urn:microsoft.com/office/officeart/2005/8/layout/hierarchy1"/>
    <dgm:cxn modelId="{73C7EF4D-3EA2-4206-B63C-EC02794E0CD4}" type="presParOf" srcId="{0F40AC6E-76E5-439D-88EC-43C2F8616C08}" destId="{CB380DC1-64B1-4D07-8680-2F7ADBEE59E4}" srcOrd="1" destOrd="0" presId="urn:microsoft.com/office/officeart/2005/8/layout/hierarchy1"/>
    <dgm:cxn modelId="{A3403858-AC35-43C2-B917-B074D215B0F5}" type="presParOf" srcId="{ABD81FB0-A4FB-40A4-98B2-81595A8FBF78}" destId="{54ACBD7B-7861-4FF3-85B8-B07D81F90EEB}" srcOrd="1" destOrd="0" presId="urn:microsoft.com/office/officeart/2005/8/layout/hierarchy1"/>
    <dgm:cxn modelId="{BA0A4F00-53D0-4F2B-A63A-2E9E582EC5F3}" type="presParOf" srcId="{014823DF-8DA1-453C-AC54-B07BA4F5D890}" destId="{D9A24E1F-550E-46CA-915C-64A8C95BAADE}" srcOrd="2" destOrd="0" presId="urn:microsoft.com/office/officeart/2005/8/layout/hierarchy1"/>
    <dgm:cxn modelId="{ED02E2F5-852C-4B48-A25F-CF0D3B02113D}" type="presParOf" srcId="{014823DF-8DA1-453C-AC54-B07BA4F5D890}" destId="{53E7458D-2414-4F7E-845F-99E50450C089}" srcOrd="3" destOrd="0" presId="urn:microsoft.com/office/officeart/2005/8/layout/hierarchy1"/>
    <dgm:cxn modelId="{295DC1F6-9C50-4ECE-8D64-335BB6023AFA}" type="presParOf" srcId="{53E7458D-2414-4F7E-845F-99E50450C089}" destId="{C51CDAFB-EEE9-496C-8899-356B7ADE7BA3}" srcOrd="0" destOrd="0" presId="urn:microsoft.com/office/officeart/2005/8/layout/hierarchy1"/>
    <dgm:cxn modelId="{54797FEF-6DCE-4F20-83BD-BC6827021A60}" type="presParOf" srcId="{C51CDAFB-EEE9-496C-8899-356B7ADE7BA3}" destId="{042872BC-D56D-4A89-AB40-B9D22D0A4A1C}" srcOrd="0" destOrd="0" presId="urn:microsoft.com/office/officeart/2005/8/layout/hierarchy1"/>
    <dgm:cxn modelId="{DC923641-B36D-4C60-8741-7D8B742D8DF5}" type="presParOf" srcId="{C51CDAFB-EEE9-496C-8899-356B7ADE7BA3}" destId="{E5CC7C22-4166-47C4-B028-F5FD42B253F1}" srcOrd="1" destOrd="0" presId="urn:microsoft.com/office/officeart/2005/8/layout/hierarchy1"/>
    <dgm:cxn modelId="{4962C072-E336-4DBB-A1A9-C13731D59C76}" type="presParOf" srcId="{53E7458D-2414-4F7E-845F-99E50450C089}" destId="{56DD23F1-E555-4860-924D-85BB5A26C810}" srcOrd="1" destOrd="0" presId="urn:microsoft.com/office/officeart/2005/8/layout/hierarchy1"/>
    <dgm:cxn modelId="{67C5D08D-A37E-4D25-A7B6-E5CB50FF7079}" type="presParOf" srcId="{56DD23F1-E555-4860-924D-85BB5A26C810}" destId="{B0E0235F-9872-4CC6-84DC-37377A5D5BB1}" srcOrd="0" destOrd="0" presId="urn:microsoft.com/office/officeart/2005/8/layout/hierarchy1"/>
    <dgm:cxn modelId="{D132CC5D-1F5A-4CC8-A58C-129CA0CDBE20}" type="presParOf" srcId="{56DD23F1-E555-4860-924D-85BB5A26C810}" destId="{90B7A035-3434-4B6F-AFFD-A2A947C3CEB3}" srcOrd="1" destOrd="0" presId="urn:microsoft.com/office/officeart/2005/8/layout/hierarchy1"/>
    <dgm:cxn modelId="{BEA397F6-F598-4E4D-9600-E7BEE0ECE708}" type="presParOf" srcId="{90B7A035-3434-4B6F-AFFD-A2A947C3CEB3}" destId="{F65E8791-97BA-47D7-9F43-8C11201563A3}" srcOrd="0" destOrd="0" presId="urn:microsoft.com/office/officeart/2005/8/layout/hierarchy1"/>
    <dgm:cxn modelId="{ECFA2486-8044-4885-B2B9-91FDF568C434}" type="presParOf" srcId="{F65E8791-97BA-47D7-9F43-8C11201563A3}" destId="{3C8BA3A5-D82D-4899-8DF2-802A25B907E0}" srcOrd="0" destOrd="0" presId="urn:microsoft.com/office/officeart/2005/8/layout/hierarchy1"/>
    <dgm:cxn modelId="{605590BD-CE81-4DB5-ADFE-0459E047D400}" type="presParOf" srcId="{F65E8791-97BA-47D7-9F43-8C11201563A3}" destId="{1F375AA0-7AC4-4F3D-8F9D-69589B89D81F}" srcOrd="1" destOrd="0" presId="urn:microsoft.com/office/officeart/2005/8/layout/hierarchy1"/>
    <dgm:cxn modelId="{37E52869-FE2D-4D5B-9F5C-E57F8F8F2DF6}" type="presParOf" srcId="{90B7A035-3434-4B6F-AFFD-A2A947C3CEB3}" destId="{5A322413-8846-4C99-8256-5617714C3C7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AD7B302-991B-4CBB-A655-283FB62DA870}" type="doc">
      <dgm:prSet loTypeId="urn:microsoft.com/office/officeart/2008/layout/AlternatingPictureBlocks" loCatId="picture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E5DEB19-0331-41A9-BA09-1101C2C59218}">
      <dgm:prSet phldrT="[Text]"/>
      <dgm:spPr/>
      <dgm:t>
        <a:bodyPr/>
        <a:lstStyle/>
        <a:p>
          <a:r>
            <a:rPr lang="en-US" dirty="0">
              <a:latin typeface="Comic Sans MS" panose="030F0702030302020204" pitchFamily="66" charset="0"/>
            </a:rPr>
            <a:t>Social</a:t>
          </a:r>
          <a:endParaRPr lang="en-IN" dirty="0">
            <a:latin typeface="Comic Sans MS" panose="030F0702030302020204" pitchFamily="66" charset="0"/>
          </a:endParaRPr>
        </a:p>
      </dgm:t>
    </dgm:pt>
    <dgm:pt modelId="{ABA4ECE2-5B8C-4E66-A314-252D1102DF9E}" type="parTrans" cxnId="{9943B153-E78F-403B-BE9A-81A920ADA465}">
      <dgm:prSet/>
      <dgm:spPr/>
      <dgm:t>
        <a:bodyPr/>
        <a:lstStyle/>
        <a:p>
          <a:endParaRPr lang="en-IN"/>
        </a:p>
      </dgm:t>
    </dgm:pt>
    <dgm:pt modelId="{4A293238-3ADA-4BBD-B96B-8E94C760BA58}" type="sibTrans" cxnId="{9943B153-E78F-403B-BE9A-81A920ADA465}">
      <dgm:prSet/>
      <dgm:spPr/>
      <dgm:t>
        <a:bodyPr/>
        <a:lstStyle/>
        <a:p>
          <a:endParaRPr lang="en-IN"/>
        </a:p>
      </dgm:t>
    </dgm:pt>
    <dgm:pt modelId="{8029B0F3-0F4F-43BB-9547-293BE3052C62}">
      <dgm:prSet phldrT="[Text]"/>
      <dgm:spPr/>
      <dgm:t>
        <a:bodyPr/>
        <a:lstStyle/>
        <a:p>
          <a:r>
            <a:rPr lang="en-US" dirty="0">
              <a:latin typeface="Comic Sans MS" panose="030F0702030302020204" pitchFamily="66" charset="0"/>
            </a:rPr>
            <a:t>Democratizes career guidance for rural/remote students via free, structured courses.</a:t>
          </a:r>
          <a:endParaRPr lang="en-IN" dirty="0">
            <a:latin typeface="Comic Sans MS" panose="030F0702030302020204" pitchFamily="66" charset="0"/>
          </a:endParaRPr>
        </a:p>
      </dgm:t>
    </dgm:pt>
    <dgm:pt modelId="{DF125F8E-9FF6-4005-9DDD-4CB5F394B69A}" type="parTrans" cxnId="{A9C38169-0AB9-46E6-8A1E-CC9D34D5C7BC}">
      <dgm:prSet/>
      <dgm:spPr/>
      <dgm:t>
        <a:bodyPr/>
        <a:lstStyle/>
        <a:p>
          <a:endParaRPr lang="en-IN"/>
        </a:p>
      </dgm:t>
    </dgm:pt>
    <dgm:pt modelId="{38E51101-3830-4494-8B23-9516978B4BC1}" type="sibTrans" cxnId="{A9C38169-0AB9-46E6-8A1E-CC9D34D5C7BC}">
      <dgm:prSet/>
      <dgm:spPr/>
      <dgm:t>
        <a:bodyPr/>
        <a:lstStyle/>
        <a:p>
          <a:endParaRPr lang="en-IN"/>
        </a:p>
      </dgm:t>
    </dgm:pt>
    <dgm:pt modelId="{3E105BD8-6323-4B4A-B90D-D0BF100CA70A}">
      <dgm:prSet phldrT="[Text]"/>
      <dgm:spPr/>
      <dgm:t>
        <a:bodyPr/>
        <a:lstStyle/>
        <a:p>
          <a:r>
            <a:rPr lang="en-US" dirty="0">
              <a:latin typeface="Comic Sans MS" panose="030F0702030302020204" pitchFamily="66" charset="0"/>
            </a:rPr>
            <a:t>Economic</a:t>
          </a:r>
        </a:p>
      </dgm:t>
    </dgm:pt>
    <dgm:pt modelId="{5FA03CC4-9A42-4642-B0E0-06BEF5270F69}" type="parTrans" cxnId="{1D37216C-DAD0-46E8-8AD0-09179AE18CD3}">
      <dgm:prSet/>
      <dgm:spPr/>
      <dgm:t>
        <a:bodyPr/>
        <a:lstStyle/>
        <a:p>
          <a:endParaRPr lang="en-IN"/>
        </a:p>
      </dgm:t>
    </dgm:pt>
    <dgm:pt modelId="{6D121ABF-0706-4B35-B5E3-DC245CF59EC0}" type="sibTrans" cxnId="{1D37216C-DAD0-46E8-8AD0-09179AE18CD3}">
      <dgm:prSet/>
      <dgm:spPr/>
      <dgm:t>
        <a:bodyPr/>
        <a:lstStyle/>
        <a:p>
          <a:endParaRPr lang="en-IN"/>
        </a:p>
      </dgm:t>
    </dgm:pt>
    <dgm:pt modelId="{DA914DDC-8A70-4981-B9AF-4E1E410C7833}">
      <dgm:prSet phldrT="[Text]"/>
      <dgm:spPr/>
      <dgm:t>
        <a:bodyPr/>
        <a:lstStyle/>
        <a:p>
          <a:r>
            <a:rPr lang="en-US" dirty="0">
              <a:latin typeface="Comic Sans MS" panose="030F0702030302020204" pitchFamily="66" charset="0"/>
            </a:rPr>
            <a:t>Reduces student upskilling cost and boosts graduate employability.</a:t>
          </a:r>
          <a:endParaRPr lang="en-IN" dirty="0">
            <a:latin typeface="Comic Sans MS" panose="030F0702030302020204" pitchFamily="66" charset="0"/>
          </a:endParaRPr>
        </a:p>
      </dgm:t>
    </dgm:pt>
    <dgm:pt modelId="{3A50707E-D5C4-4154-86C7-BEFA9A1C2BD5}" type="parTrans" cxnId="{3527DA25-5259-4DA1-A0DA-73C885564978}">
      <dgm:prSet/>
      <dgm:spPr/>
      <dgm:t>
        <a:bodyPr/>
        <a:lstStyle/>
        <a:p>
          <a:endParaRPr lang="en-IN"/>
        </a:p>
      </dgm:t>
    </dgm:pt>
    <dgm:pt modelId="{EC720EE7-62C7-4706-A103-287FAA05F262}" type="sibTrans" cxnId="{3527DA25-5259-4DA1-A0DA-73C885564978}">
      <dgm:prSet/>
      <dgm:spPr/>
      <dgm:t>
        <a:bodyPr/>
        <a:lstStyle/>
        <a:p>
          <a:endParaRPr lang="en-IN"/>
        </a:p>
      </dgm:t>
    </dgm:pt>
    <dgm:pt modelId="{576502E4-5CE8-4685-AB74-EE29D0DE6BBA}">
      <dgm:prSet phldrT="[Text]"/>
      <dgm:spPr/>
      <dgm:t>
        <a:bodyPr/>
        <a:lstStyle/>
        <a:p>
          <a:r>
            <a:rPr lang="en-US" dirty="0">
              <a:latin typeface="Comic Sans MS" panose="030F0702030302020204" pitchFamily="66" charset="0"/>
            </a:rPr>
            <a:t>Scalability</a:t>
          </a:r>
          <a:endParaRPr lang="en-IN" dirty="0">
            <a:latin typeface="Comic Sans MS" panose="030F0702030302020204" pitchFamily="66" charset="0"/>
          </a:endParaRPr>
        </a:p>
      </dgm:t>
    </dgm:pt>
    <dgm:pt modelId="{4DC223E7-C628-44E9-9BF5-5D5CBE270EDA}" type="parTrans" cxnId="{0B317E73-FDF3-4BE8-854C-52F688E7F5A6}">
      <dgm:prSet/>
      <dgm:spPr/>
      <dgm:t>
        <a:bodyPr/>
        <a:lstStyle/>
        <a:p>
          <a:endParaRPr lang="en-IN"/>
        </a:p>
      </dgm:t>
    </dgm:pt>
    <dgm:pt modelId="{B3FC014D-ED67-4D15-8892-FBA77B3A9F56}" type="sibTrans" cxnId="{0B317E73-FDF3-4BE8-854C-52F688E7F5A6}">
      <dgm:prSet/>
      <dgm:spPr/>
      <dgm:t>
        <a:bodyPr/>
        <a:lstStyle/>
        <a:p>
          <a:endParaRPr lang="en-IN"/>
        </a:p>
      </dgm:t>
    </dgm:pt>
    <dgm:pt modelId="{CE764AD6-69D1-4CAF-A0F1-543661BB131A}">
      <dgm:prSet phldrT="[Text]"/>
      <dgm:spPr/>
      <dgm:t>
        <a:bodyPr/>
        <a:lstStyle/>
        <a:p>
          <a:r>
            <a:rPr lang="en-US" dirty="0">
              <a:latin typeface="Comic Sans MS" panose="030F0702030302020204" pitchFamily="66" charset="0"/>
            </a:rPr>
            <a:t>High-impact model that can easily be scaled to millions of learners.</a:t>
          </a:r>
          <a:endParaRPr lang="en-IN" dirty="0">
            <a:latin typeface="Comic Sans MS" panose="030F0702030302020204" pitchFamily="66" charset="0"/>
          </a:endParaRPr>
        </a:p>
      </dgm:t>
    </dgm:pt>
    <dgm:pt modelId="{F175BAE2-A7B3-439A-8CD8-C32D97B61635}" type="parTrans" cxnId="{B9545010-E37D-4A2F-B101-D2CDE9F773D8}">
      <dgm:prSet/>
      <dgm:spPr/>
      <dgm:t>
        <a:bodyPr/>
        <a:lstStyle/>
        <a:p>
          <a:endParaRPr lang="en-IN"/>
        </a:p>
      </dgm:t>
    </dgm:pt>
    <dgm:pt modelId="{E302CAFC-EAFD-48DB-9D61-BD8A23F2A381}" type="sibTrans" cxnId="{B9545010-E37D-4A2F-B101-D2CDE9F773D8}">
      <dgm:prSet/>
      <dgm:spPr/>
      <dgm:t>
        <a:bodyPr/>
        <a:lstStyle/>
        <a:p>
          <a:endParaRPr lang="en-IN"/>
        </a:p>
      </dgm:t>
    </dgm:pt>
    <dgm:pt modelId="{80535E55-74D0-422D-AF5B-28C4CA9825A8}" type="pres">
      <dgm:prSet presAssocID="{FAD7B302-991B-4CBB-A655-283FB62DA870}" presName="linearFlow" presStyleCnt="0">
        <dgm:presLayoutVars>
          <dgm:dir/>
          <dgm:resizeHandles val="exact"/>
        </dgm:presLayoutVars>
      </dgm:prSet>
      <dgm:spPr/>
    </dgm:pt>
    <dgm:pt modelId="{85733CF4-091B-4635-83B3-752DB42FE802}" type="pres">
      <dgm:prSet presAssocID="{4E5DEB19-0331-41A9-BA09-1101C2C59218}" presName="comp" presStyleCnt="0"/>
      <dgm:spPr/>
    </dgm:pt>
    <dgm:pt modelId="{C3FC9381-D5D1-4A1E-A494-94FC417E7A8E}" type="pres">
      <dgm:prSet presAssocID="{4E5DEB19-0331-41A9-BA09-1101C2C59218}" presName="rect2" presStyleLbl="node1" presStyleIdx="0" presStyleCnt="3" custScaleY="92308">
        <dgm:presLayoutVars>
          <dgm:bulletEnabled val="1"/>
        </dgm:presLayoutVars>
      </dgm:prSet>
      <dgm:spPr/>
    </dgm:pt>
    <dgm:pt modelId="{204B39FB-F1A6-4DE1-8343-54F2FDC22DF2}" type="pres">
      <dgm:prSet presAssocID="{4E5DEB19-0331-41A9-BA09-1101C2C59218}" presName="rect1" presStyleLbl="lnNode1" presStyleIdx="0" presStyleCnt="3"/>
      <dgm:spPr>
        <a:blipFill rotWithShape="1">
          <a:blip xmlns:r="http://schemas.openxmlformats.org/officeDocument/2006/relationships" r:embed="rId1"/>
          <a:srcRect/>
          <a:stretch>
            <a:fillRect l="-1000" r="-1000"/>
          </a:stretch>
        </a:blipFill>
      </dgm:spPr>
    </dgm:pt>
    <dgm:pt modelId="{F5F65619-7818-4941-81C4-D40EEA04C9A6}" type="pres">
      <dgm:prSet presAssocID="{4A293238-3ADA-4BBD-B96B-8E94C760BA58}" presName="sibTrans" presStyleCnt="0"/>
      <dgm:spPr/>
    </dgm:pt>
    <dgm:pt modelId="{81E0CB36-BCDF-450F-80EB-B846D375DEE6}" type="pres">
      <dgm:prSet presAssocID="{3E105BD8-6323-4B4A-B90D-D0BF100CA70A}" presName="comp" presStyleCnt="0"/>
      <dgm:spPr/>
    </dgm:pt>
    <dgm:pt modelId="{94DADE3B-B2C5-4680-82BC-EB076DB0A8E8}" type="pres">
      <dgm:prSet presAssocID="{3E105BD8-6323-4B4A-B90D-D0BF100CA70A}" presName="rect2" presStyleLbl="node1" presStyleIdx="1" presStyleCnt="3">
        <dgm:presLayoutVars>
          <dgm:bulletEnabled val="1"/>
        </dgm:presLayoutVars>
      </dgm:prSet>
      <dgm:spPr/>
    </dgm:pt>
    <dgm:pt modelId="{DE41D1B3-5AB2-4A2F-9A0D-071AB6CFD162}" type="pres">
      <dgm:prSet presAssocID="{3E105BD8-6323-4B4A-B90D-D0BF100CA70A}" presName="rect1" presStyleLbl="lnNode1" presStyleIdx="1" presStyleCnt="3"/>
      <dgm:spPr>
        <a:blipFill rotWithShape="1">
          <a:blip xmlns:r="http://schemas.openxmlformats.org/officeDocument/2006/relationships" r:embed="rId2"/>
          <a:srcRect/>
          <a:stretch>
            <a:fillRect l="-1000" r="-1000"/>
          </a:stretch>
        </a:blipFill>
      </dgm:spPr>
    </dgm:pt>
    <dgm:pt modelId="{4E99E53D-5A5C-496D-B421-617E23CAFEDE}" type="pres">
      <dgm:prSet presAssocID="{6D121ABF-0706-4B35-B5E3-DC245CF59EC0}" presName="sibTrans" presStyleCnt="0"/>
      <dgm:spPr/>
    </dgm:pt>
    <dgm:pt modelId="{F57B72C5-D947-48EB-AA4E-6FE1E03008A9}" type="pres">
      <dgm:prSet presAssocID="{576502E4-5CE8-4685-AB74-EE29D0DE6BBA}" presName="comp" presStyleCnt="0"/>
      <dgm:spPr/>
    </dgm:pt>
    <dgm:pt modelId="{A7BA1A4B-2F1E-4BB0-B24E-7DCB4A792A90}" type="pres">
      <dgm:prSet presAssocID="{576502E4-5CE8-4685-AB74-EE29D0DE6BBA}" presName="rect2" presStyleLbl="node1" presStyleIdx="2" presStyleCnt="3">
        <dgm:presLayoutVars>
          <dgm:bulletEnabled val="1"/>
        </dgm:presLayoutVars>
      </dgm:prSet>
      <dgm:spPr/>
    </dgm:pt>
    <dgm:pt modelId="{AFB3B550-7394-417F-821B-FE0E5B171D37}" type="pres">
      <dgm:prSet presAssocID="{576502E4-5CE8-4685-AB74-EE29D0DE6BBA}" presName="rect1" presStyleLbl="lnNode1" presStyleIdx="2" presStyleCnt="3"/>
      <dgm:spPr>
        <a:blipFill rotWithShape="1">
          <a:blip xmlns:r="http://schemas.openxmlformats.org/officeDocument/2006/relationships" r:embed="rId3"/>
          <a:srcRect/>
          <a:stretch>
            <a:fillRect t="-3000" b="-3000"/>
          </a:stretch>
        </a:blipFill>
      </dgm:spPr>
    </dgm:pt>
  </dgm:ptLst>
  <dgm:cxnLst>
    <dgm:cxn modelId="{B9545010-E37D-4A2F-B101-D2CDE9F773D8}" srcId="{576502E4-5CE8-4685-AB74-EE29D0DE6BBA}" destId="{CE764AD6-69D1-4CAF-A0F1-543661BB131A}" srcOrd="0" destOrd="0" parTransId="{F175BAE2-A7B3-439A-8CD8-C32D97B61635}" sibTransId="{E302CAFC-EAFD-48DB-9D61-BD8A23F2A381}"/>
    <dgm:cxn modelId="{69FD1013-ADBB-4C28-A83F-EAC5E6A0A141}" type="presOf" srcId="{CE764AD6-69D1-4CAF-A0F1-543661BB131A}" destId="{A7BA1A4B-2F1E-4BB0-B24E-7DCB4A792A90}" srcOrd="0" destOrd="1" presId="urn:microsoft.com/office/officeart/2008/layout/AlternatingPictureBlocks"/>
    <dgm:cxn modelId="{C02EBA1C-F76F-4453-AA56-84AEE51BF8E7}" type="presOf" srcId="{3E105BD8-6323-4B4A-B90D-D0BF100CA70A}" destId="{94DADE3B-B2C5-4680-82BC-EB076DB0A8E8}" srcOrd="0" destOrd="0" presId="urn:microsoft.com/office/officeart/2008/layout/AlternatingPictureBlocks"/>
    <dgm:cxn modelId="{3527DA25-5259-4DA1-A0DA-73C885564978}" srcId="{3E105BD8-6323-4B4A-B90D-D0BF100CA70A}" destId="{DA914DDC-8A70-4981-B9AF-4E1E410C7833}" srcOrd="0" destOrd="0" parTransId="{3A50707E-D5C4-4154-86C7-BEFA9A1C2BD5}" sibTransId="{EC720EE7-62C7-4706-A103-287FAA05F262}"/>
    <dgm:cxn modelId="{2C737347-D4E4-471D-B07D-98B9B7A11080}" type="presOf" srcId="{4E5DEB19-0331-41A9-BA09-1101C2C59218}" destId="{C3FC9381-D5D1-4A1E-A494-94FC417E7A8E}" srcOrd="0" destOrd="0" presId="urn:microsoft.com/office/officeart/2008/layout/AlternatingPictureBlocks"/>
    <dgm:cxn modelId="{A9C38169-0AB9-46E6-8A1E-CC9D34D5C7BC}" srcId="{4E5DEB19-0331-41A9-BA09-1101C2C59218}" destId="{8029B0F3-0F4F-43BB-9547-293BE3052C62}" srcOrd="0" destOrd="0" parTransId="{DF125F8E-9FF6-4005-9DDD-4CB5F394B69A}" sibTransId="{38E51101-3830-4494-8B23-9516978B4BC1}"/>
    <dgm:cxn modelId="{1D37216C-DAD0-46E8-8AD0-09179AE18CD3}" srcId="{FAD7B302-991B-4CBB-A655-283FB62DA870}" destId="{3E105BD8-6323-4B4A-B90D-D0BF100CA70A}" srcOrd="1" destOrd="0" parTransId="{5FA03CC4-9A42-4642-B0E0-06BEF5270F69}" sibTransId="{6D121ABF-0706-4B35-B5E3-DC245CF59EC0}"/>
    <dgm:cxn modelId="{0B317E73-FDF3-4BE8-854C-52F688E7F5A6}" srcId="{FAD7B302-991B-4CBB-A655-283FB62DA870}" destId="{576502E4-5CE8-4685-AB74-EE29D0DE6BBA}" srcOrd="2" destOrd="0" parTransId="{4DC223E7-C628-44E9-9BF5-5D5CBE270EDA}" sibTransId="{B3FC014D-ED67-4D15-8892-FBA77B3A9F56}"/>
    <dgm:cxn modelId="{9943B153-E78F-403B-BE9A-81A920ADA465}" srcId="{FAD7B302-991B-4CBB-A655-283FB62DA870}" destId="{4E5DEB19-0331-41A9-BA09-1101C2C59218}" srcOrd="0" destOrd="0" parTransId="{ABA4ECE2-5B8C-4E66-A314-252D1102DF9E}" sibTransId="{4A293238-3ADA-4BBD-B96B-8E94C760BA58}"/>
    <dgm:cxn modelId="{ED453656-7173-4741-85F8-D14469C786FF}" type="presOf" srcId="{8029B0F3-0F4F-43BB-9547-293BE3052C62}" destId="{C3FC9381-D5D1-4A1E-A494-94FC417E7A8E}" srcOrd="0" destOrd="1" presId="urn:microsoft.com/office/officeart/2008/layout/AlternatingPictureBlocks"/>
    <dgm:cxn modelId="{51CD5CD4-9C16-4A3C-89C5-1C6AB0866C0D}" type="presOf" srcId="{DA914DDC-8A70-4981-B9AF-4E1E410C7833}" destId="{94DADE3B-B2C5-4680-82BC-EB076DB0A8E8}" srcOrd="0" destOrd="1" presId="urn:microsoft.com/office/officeart/2008/layout/AlternatingPictureBlocks"/>
    <dgm:cxn modelId="{90B90BE2-12E5-4FB3-92E6-24355283D239}" type="presOf" srcId="{576502E4-5CE8-4685-AB74-EE29D0DE6BBA}" destId="{A7BA1A4B-2F1E-4BB0-B24E-7DCB4A792A90}" srcOrd="0" destOrd="0" presId="urn:microsoft.com/office/officeart/2008/layout/AlternatingPictureBlocks"/>
    <dgm:cxn modelId="{F8CC0BF2-5EAA-4103-A505-F5CCF897DEA0}" type="presOf" srcId="{FAD7B302-991B-4CBB-A655-283FB62DA870}" destId="{80535E55-74D0-422D-AF5B-28C4CA9825A8}" srcOrd="0" destOrd="0" presId="urn:microsoft.com/office/officeart/2008/layout/AlternatingPictureBlocks"/>
    <dgm:cxn modelId="{A778BC46-9B4C-4F97-B071-3A136C8CFE6E}" type="presParOf" srcId="{80535E55-74D0-422D-AF5B-28C4CA9825A8}" destId="{85733CF4-091B-4635-83B3-752DB42FE802}" srcOrd="0" destOrd="0" presId="urn:microsoft.com/office/officeart/2008/layout/AlternatingPictureBlocks"/>
    <dgm:cxn modelId="{B3C31843-36E2-44C6-924C-ACF5001FDE16}" type="presParOf" srcId="{85733CF4-091B-4635-83B3-752DB42FE802}" destId="{C3FC9381-D5D1-4A1E-A494-94FC417E7A8E}" srcOrd="0" destOrd="0" presId="urn:microsoft.com/office/officeart/2008/layout/AlternatingPictureBlocks"/>
    <dgm:cxn modelId="{8720153A-639D-4F52-B715-519D9DD39AD1}" type="presParOf" srcId="{85733CF4-091B-4635-83B3-752DB42FE802}" destId="{204B39FB-F1A6-4DE1-8343-54F2FDC22DF2}" srcOrd="1" destOrd="0" presId="urn:microsoft.com/office/officeart/2008/layout/AlternatingPictureBlocks"/>
    <dgm:cxn modelId="{8819321D-919D-43F4-A570-07F2151E89C0}" type="presParOf" srcId="{80535E55-74D0-422D-AF5B-28C4CA9825A8}" destId="{F5F65619-7818-4941-81C4-D40EEA04C9A6}" srcOrd="1" destOrd="0" presId="urn:microsoft.com/office/officeart/2008/layout/AlternatingPictureBlocks"/>
    <dgm:cxn modelId="{D4E454E0-36E2-4C65-BF42-831304DBF265}" type="presParOf" srcId="{80535E55-74D0-422D-AF5B-28C4CA9825A8}" destId="{81E0CB36-BCDF-450F-80EB-B846D375DEE6}" srcOrd="2" destOrd="0" presId="urn:microsoft.com/office/officeart/2008/layout/AlternatingPictureBlocks"/>
    <dgm:cxn modelId="{3F42FB74-406A-414F-836B-18166832954C}" type="presParOf" srcId="{81E0CB36-BCDF-450F-80EB-B846D375DEE6}" destId="{94DADE3B-B2C5-4680-82BC-EB076DB0A8E8}" srcOrd="0" destOrd="0" presId="urn:microsoft.com/office/officeart/2008/layout/AlternatingPictureBlocks"/>
    <dgm:cxn modelId="{CD894687-31DC-4095-ADCD-B1BE5C44F5EB}" type="presParOf" srcId="{81E0CB36-BCDF-450F-80EB-B846D375DEE6}" destId="{DE41D1B3-5AB2-4A2F-9A0D-071AB6CFD162}" srcOrd="1" destOrd="0" presId="urn:microsoft.com/office/officeart/2008/layout/AlternatingPictureBlocks"/>
    <dgm:cxn modelId="{5A05CEC5-07C2-4C28-8E1A-F5788B340A15}" type="presParOf" srcId="{80535E55-74D0-422D-AF5B-28C4CA9825A8}" destId="{4E99E53D-5A5C-496D-B421-617E23CAFEDE}" srcOrd="3" destOrd="0" presId="urn:microsoft.com/office/officeart/2008/layout/AlternatingPictureBlocks"/>
    <dgm:cxn modelId="{3B2EA3EE-BA7D-4D0B-AE36-F047CDD5588C}" type="presParOf" srcId="{80535E55-74D0-422D-AF5B-28C4CA9825A8}" destId="{F57B72C5-D947-48EB-AA4E-6FE1E03008A9}" srcOrd="4" destOrd="0" presId="urn:microsoft.com/office/officeart/2008/layout/AlternatingPictureBlocks"/>
    <dgm:cxn modelId="{94A51A81-501E-4200-86A5-3AFE79F3B02F}" type="presParOf" srcId="{F57B72C5-D947-48EB-AA4E-6FE1E03008A9}" destId="{A7BA1A4B-2F1E-4BB0-B24E-7DCB4A792A90}" srcOrd="0" destOrd="0" presId="urn:microsoft.com/office/officeart/2008/layout/AlternatingPictureBlocks"/>
    <dgm:cxn modelId="{E5363205-DAF2-4191-BC44-D0E19B8536D0}" type="presParOf" srcId="{F57B72C5-D947-48EB-AA4E-6FE1E03008A9}" destId="{AFB3B550-7394-417F-821B-FE0E5B171D37}" srcOrd="1" destOrd="0" presId="urn:microsoft.com/office/officeart/2008/layout/AlternatingPictureBlocks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E75E6CA-BA18-42D6-BB72-8F436C8E34B6}" type="doc">
      <dgm:prSet loTypeId="urn:microsoft.com/office/officeart/2005/8/layout/cycle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097F84F-A4E8-45A6-970A-AB37BD10FCF7}">
      <dgm:prSet phldrT="[Text]" custT="1"/>
      <dgm:spPr/>
      <dgm:t>
        <a:bodyPr/>
        <a:lstStyle/>
        <a:p>
          <a:r>
            <a:rPr lang="en-US" sz="1600" dirty="0">
              <a:latin typeface="Comic Sans MS" panose="030F0702030302020204" pitchFamily="66" charset="0"/>
            </a:rPr>
            <a:t>References </a:t>
          </a:r>
          <a:endParaRPr lang="en-IN" sz="1600" dirty="0">
            <a:latin typeface="Comic Sans MS" panose="030F0702030302020204" pitchFamily="66" charset="0"/>
          </a:endParaRPr>
        </a:p>
      </dgm:t>
    </dgm:pt>
    <dgm:pt modelId="{7A2493C0-4415-4271-A93D-6D1A39CF67BF}" type="parTrans" cxnId="{236DD30C-1C81-476A-8E06-DA65F76E55EF}">
      <dgm:prSet/>
      <dgm:spPr/>
      <dgm:t>
        <a:bodyPr/>
        <a:lstStyle/>
        <a:p>
          <a:endParaRPr lang="en-IN"/>
        </a:p>
      </dgm:t>
    </dgm:pt>
    <dgm:pt modelId="{145CBDBD-9A54-4D31-8F8A-3CBE90EC6D29}" type="sibTrans" cxnId="{236DD30C-1C81-476A-8E06-DA65F76E55EF}">
      <dgm:prSet/>
      <dgm:spPr/>
      <dgm:t>
        <a:bodyPr/>
        <a:lstStyle/>
        <a:p>
          <a:endParaRPr lang="en-IN"/>
        </a:p>
      </dgm:t>
    </dgm:pt>
    <dgm:pt modelId="{C2F2FC6C-1B3F-4178-BA0F-0EACABD5ED23}">
      <dgm:prSet phldrT="[Text]" custT="1"/>
      <dgm:spPr/>
      <dgm:t>
        <a:bodyPr/>
        <a:lstStyle/>
        <a:p>
          <a:r>
            <a:rPr lang="en-US" sz="1100" dirty="0">
              <a:latin typeface="Comic Sans MS" panose="030F0702030302020204" pitchFamily="66" charset="0"/>
            </a:rPr>
            <a:t>Skill Gap: For statistics on the skill Gap.</a:t>
          </a:r>
          <a:endParaRPr lang="en-IN" sz="1100" dirty="0">
            <a:latin typeface="Comic Sans MS" panose="030F0702030302020204" pitchFamily="66" charset="0"/>
          </a:endParaRPr>
        </a:p>
      </dgm:t>
    </dgm:pt>
    <dgm:pt modelId="{54D878CA-29F7-4AD8-9918-3109FB3CF5AF}" type="parTrans" cxnId="{6B7C858B-102C-43AF-B0C9-723669F020C7}">
      <dgm:prSet/>
      <dgm:spPr/>
      <dgm:t>
        <a:bodyPr/>
        <a:lstStyle/>
        <a:p>
          <a:endParaRPr lang="en-IN"/>
        </a:p>
      </dgm:t>
    </dgm:pt>
    <dgm:pt modelId="{4D3FAB36-72B8-4FEB-AB61-FEA4CDECF9A1}" type="sibTrans" cxnId="{6B7C858B-102C-43AF-B0C9-723669F020C7}">
      <dgm:prSet/>
      <dgm:spPr/>
      <dgm:t>
        <a:bodyPr/>
        <a:lstStyle/>
        <a:p>
          <a:endParaRPr lang="en-IN"/>
        </a:p>
      </dgm:t>
    </dgm:pt>
    <dgm:pt modelId="{A7E407D8-3C06-4DBA-A7C4-9478D3427501}">
      <dgm:prSet phldrT="[Text]" custT="1"/>
      <dgm:spPr/>
      <dgm:t>
        <a:bodyPr/>
        <a:lstStyle/>
        <a:p>
          <a:r>
            <a:rPr lang="en-US" sz="1200" dirty="0">
              <a:latin typeface="Comic Sans MS" panose="030F0702030302020204" pitchFamily="66" charset="0"/>
            </a:rPr>
            <a:t>Tech Stack:</a:t>
          </a:r>
        </a:p>
        <a:p>
          <a:r>
            <a:rPr lang="en-US" sz="1200" dirty="0">
              <a:latin typeface="Comic Sans MS" panose="030F0702030302020204" pitchFamily="66" charset="0"/>
            </a:rPr>
            <a:t>Python libraries for Resume Parsing.</a:t>
          </a:r>
          <a:endParaRPr lang="en-IN" sz="1200" dirty="0">
            <a:latin typeface="Comic Sans MS" panose="030F0702030302020204" pitchFamily="66" charset="0"/>
          </a:endParaRPr>
        </a:p>
      </dgm:t>
    </dgm:pt>
    <dgm:pt modelId="{2DB9F9BC-F0A0-4362-9CA2-D56E300F45F8}" type="parTrans" cxnId="{38197E34-C480-49F5-8D92-03C3DE6C46A4}">
      <dgm:prSet/>
      <dgm:spPr/>
      <dgm:t>
        <a:bodyPr/>
        <a:lstStyle/>
        <a:p>
          <a:endParaRPr lang="en-IN"/>
        </a:p>
      </dgm:t>
    </dgm:pt>
    <dgm:pt modelId="{12349D40-FDAA-4662-9742-FF8E493CB422}" type="sibTrans" cxnId="{38197E34-C480-49F5-8D92-03C3DE6C46A4}">
      <dgm:prSet/>
      <dgm:spPr/>
      <dgm:t>
        <a:bodyPr/>
        <a:lstStyle/>
        <a:p>
          <a:endParaRPr lang="en-IN"/>
        </a:p>
      </dgm:t>
    </dgm:pt>
    <dgm:pt modelId="{C9F437E3-F138-471C-B046-E78CB9C8ABCB}">
      <dgm:prSet phldrT="[Text]" custT="1"/>
      <dgm:spPr/>
      <dgm:t>
        <a:bodyPr/>
        <a:lstStyle/>
        <a:p>
          <a:r>
            <a:rPr lang="en-US" sz="1100" dirty="0">
              <a:latin typeface="Comic Sans MS" panose="030F0702030302020204" pitchFamily="66" charset="0"/>
            </a:rPr>
            <a:t>Future Scope: Research papers on Skill Extraction using LLMs.</a:t>
          </a:r>
          <a:endParaRPr lang="en-IN" sz="1100" dirty="0">
            <a:latin typeface="Comic Sans MS" panose="030F0702030302020204" pitchFamily="66" charset="0"/>
          </a:endParaRPr>
        </a:p>
      </dgm:t>
    </dgm:pt>
    <dgm:pt modelId="{7DC430C3-7071-4E12-B79B-A2F488596F0E}" type="parTrans" cxnId="{FA956391-E58B-4180-8B1B-FDEDC6E7774B}">
      <dgm:prSet/>
      <dgm:spPr/>
      <dgm:t>
        <a:bodyPr/>
        <a:lstStyle/>
        <a:p>
          <a:endParaRPr lang="en-IN"/>
        </a:p>
      </dgm:t>
    </dgm:pt>
    <dgm:pt modelId="{6ACE49A8-D942-4ED8-83CF-E7EE635AABE1}" type="sibTrans" cxnId="{FA956391-E58B-4180-8B1B-FDEDC6E7774B}">
      <dgm:prSet/>
      <dgm:spPr/>
      <dgm:t>
        <a:bodyPr/>
        <a:lstStyle/>
        <a:p>
          <a:endParaRPr lang="en-IN"/>
        </a:p>
      </dgm:t>
    </dgm:pt>
    <dgm:pt modelId="{91471947-1632-4EE9-B18C-59093F3DDE5B}">
      <dgm:prSet phldrT="[Text]"/>
      <dgm:spPr/>
      <dgm:t>
        <a:bodyPr/>
        <a:lstStyle/>
        <a:p>
          <a:r>
            <a:rPr lang="en-US" dirty="0">
              <a:latin typeface="Comic Sans MS" panose="030F0702030302020204" pitchFamily="66" charset="0"/>
            </a:rPr>
            <a:t>Learning: Articles or studies on the effectiveness of personalized learning.</a:t>
          </a:r>
          <a:endParaRPr lang="en-IN" dirty="0">
            <a:latin typeface="Comic Sans MS" panose="030F0702030302020204" pitchFamily="66" charset="0"/>
          </a:endParaRPr>
        </a:p>
      </dgm:t>
    </dgm:pt>
    <dgm:pt modelId="{2BDF9B3C-1031-4C3E-A9D1-0B0A70FF82A7}" type="parTrans" cxnId="{7640DD21-EDFB-4C11-A09F-F61043636ACC}">
      <dgm:prSet/>
      <dgm:spPr/>
      <dgm:t>
        <a:bodyPr/>
        <a:lstStyle/>
        <a:p>
          <a:endParaRPr lang="en-IN"/>
        </a:p>
      </dgm:t>
    </dgm:pt>
    <dgm:pt modelId="{AD1381C9-B85A-4EFD-B73C-8D3BC2BB1530}" type="sibTrans" cxnId="{7640DD21-EDFB-4C11-A09F-F61043636ACC}">
      <dgm:prSet/>
      <dgm:spPr/>
      <dgm:t>
        <a:bodyPr/>
        <a:lstStyle/>
        <a:p>
          <a:endParaRPr lang="en-IN"/>
        </a:p>
      </dgm:t>
    </dgm:pt>
    <dgm:pt modelId="{CE2139B9-1230-4A6B-B1EC-A6992F650500}" type="pres">
      <dgm:prSet presAssocID="{CE75E6CA-BA18-42D6-BB72-8F436C8E34B6}" presName="cycle" presStyleCnt="0">
        <dgm:presLayoutVars>
          <dgm:dir/>
          <dgm:resizeHandles val="exact"/>
        </dgm:presLayoutVars>
      </dgm:prSet>
      <dgm:spPr/>
    </dgm:pt>
    <dgm:pt modelId="{3909B6EA-B9CF-450E-800A-CB742FF6860D}" type="pres">
      <dgm:prSet presAssocID="{F097F84F-A4E8-45A6-970A-AB37BD10FCF7}" presName="node" presStyleLbl="node1" presStyleIdx="0" presStyleCnt="5">
        <dgm:presLayoutVars>
          <dgm:bulletEnabled val="1"/>
        </dgm:presLayoutVars>
      </dgm:prSet>
      <dgm:spPr/>
    </dgm:pt>
    <dgm:pt modelId="{94FE8136-C296-413F-A7A4-59FAB46B62F9}" type="pres">
      <dgm:prSet presAssocID="{F097F84F-A4E8-45A6-970A-AB37BD10FCF7}" presName="spNode" presStyleCnt="0"/>
      <dgm:spPr/>
    </dgm:pt>
    <dgm:pt modelId="{7672FCCD-994D-4F6A-9B7F-790BAFFD386E}" type="pres">
      <dgm:prSet presAssocID="{145CBDBD-9A54-4D31-8F8A-3CBE90EC6D29}" presName="sibTrans" presStyleLbl="sibTrans1D1" presStyleIdx="0" presStyleCnt="5"/>
      <dgm:spPr/>
    </dgm:pt>
    <dgm:pt modelId="{92E551D0-0B8D-41B9-8A34-02B86E76FDF2}" type="pres">
      <dgm:prSet presAssocID="{C2F2FC6C-1B3F-4178-BA0F-0EACABD5ED23}" presName="node" presStyleLbl="node1" presStyleIdx="1" presStyleCnt="5">
        <dgm:presLayoutVars>
          <dgm:bulletEnabled val="1"/>
        </dgm:presLayoutVars>
      </dgm:prSet>
      <dgm:spPr/>
    </dgm:pt>
    <dgm:pt modelId="{83954ADA-C0BF-4375-B733-9EA6128DDCA1}" type="pres">
      <dgm:prSet presAssocID="{C2F2FC6C-1B3F-4178-BA0F-0EACABD5ED23}" presName="spNode" presStyleCnt="0"/>
      <dgm:spPr/>
    </dgm:pt>
    <dgm:pt modelId="{7AFE3EC6-A01F-41F0-9CFB-77FE6A87E66C}" type="pres">
      <dgm:prSet presAssocID="{4D3FAB36-72B8-4FEB-AB61-FEA4CDECF9A1}" presName="sibTrans" presStyleLbl="sibTrans1D1" presStyleIdx="1" presStyleCnt="5"/>
      <dgm:spPr/>
    </dgm:pt>
    <dgm:pt modelId="{49CF90A5-DE1A-43F6-9D4B-D8F6A4501D84}" type="pres">
      <dgm:prSet presAssocID="{A7E407D8-3C06-4DBA-A7C4-9478D3427501}" presName="node" presStyleLbl="node1" presStyleIdx="2" presStyleCnt="5">
        <dgm:presLayoutVars>
          <dgm:bulletEnabled val="1"/>
        </dgm:presLayoutVars>
      </dgm:prSet>
      <dgm:spPr/>
    </dgm:pt>
    <dgm:pt modelId="{7A3972E5-0830-41BA-9367-51E62B67C931}" type="pres">
      <dgm:prSet presAssocID="{A7E407D8-3C06-4DBA-A7C4-9478D3427501}" presName="spNode" presStyleCnt="0"/>
      <dgm:spPr/>
    </dgm:pt>
    <dgm:pt modelId="{48C27A5F-BD07-48E2-9834-8ECAF476B2F4}" type="pres">
      <dgm:prSet presAssocID="{12349D40-FDAA-4662-9742-FF8E493CB422}" presName="sibTrans" presStyleLbl="sibTrans1D1" presStyleIdx="2" presStyleCnt="5"/>
      <dgm:spPr/>
    </dgm:pt>
    <dgm:pt modelId="{C3FC832E-502E-4EEA-8FBD-12EC148DE695}" type="pres">
      <dgm:prSet presAssocID="{C9F437E3-F138-471C-B046-E78CB9C8ABCB}" presName="node" presStyleLbl="node1" presStyleIdx="3" presStyleCnt="5">
        <dgm:presLayoutVars>
          <dgm:bulletEnabled val="1"/>
        </dgm:presLayoutVars>
      </dgm:prSet>
      <dgm:spPr/>
    </dgm:pt>
    <dgm:pt modelId="{4E33476F-E94A-4AC0-9C17-AEF7CFBEE488}" type="pres">
      <dgm:prSet presAssocID="{C9F437E3-F138-471C-B046-E78CB9C8ABCB}" presName="spNode" presStyleCnt="0"/>
      <dgm:spPr/>
    </dgm:pt>
    <dgm:pt modelId="{4E26B1C0-9FCE-4F20-B85A-75DDBB8A8A98}" type="pres">
      <dgm:prSet presAssocID="{6ACE49A8-D942-4ED8-83CF-E7EE635AABE1}" presName="sibTrans" presStyleLbl="sibTrans1D1" presStyleIdx="3" presStyleCnt="5"/>
      <dgm:spPr/>
    </dgm:pt>
    <dgm:pt modelId="{842012C6-AD52-4E84-865F-4E69C19B0822}" type="pres">
      <dgm:prSet presAssocID="{91471947-1632-4EE9-B18C-59093F3DDE5B}" presName="node" presStyleLbl="node1" presStyleIdx="4" presStyleCnt="5">
        <dgm:presLayoutVars>
          <dgm:bulletEnabled val="1"/>
        </dgm:presLayoutVars>
      </dgm:prSet>
      <dgm:spPr/>
    </dgm:pt>
    <dgm:pt modelId="{243FB117-BB5D-4A79-9F33-F59D1088ADFF}" type="pres">
      <dgm:prSet presAssocID="{91471947-1632-4EE9-B18C-59093F3DDE5B}" presName="spNode" presStyleCnt="0"/>
      <dgm:spPr/>
    </dgm:pt>
    <dgm:pt modelId="{A40F4ACB-C3CB-44B1-ADA0-F4D37901397E}" type="pres">
      <dgm:prSet presAssocID="{AD1381C9-B85A-4EFD-B73C-8D3BC2BB1530}" presName="sibTrans" presStyleLbl="sibTrans1D1" presStyleIdx="4" presStyleCnt="5"/>
      <dgm:spPr/>
    </dgm:pt>
  </dgm:ptLst>
  <dgm:cxnLst>
    <dgm:cxn modelId="{F6B69703-EF47-46A0-BF87-B8E2FF6CCF24}" type="presOf" srcId="{4D3FAB36-72B8-4FEB-AB61-FEA4CDECF9A1}" destId="{7AFE3EC6-A01F-41F0-9CFB-77FE6A87E66C}" srcOrd="0" destOrd="0" presId="urn:microsoft.com/office/officeart/2005/8/layout/cycle6"/>
    <dgm:cxn modelId="{236DD30C-1C81-476A-8E06-DA65F76E55EF}" srcId="{CE75E6CA-BA18-42D6-BB72-8F436C8E34B6}" destId="{F097F84F-A4E8-45A6-970A-AB37BD10FCF7}" srcOrd="0" destOrd="0" parTransId="{7A2493C0-4415-4271-A93D-6D1A39CF67BF}" sibTransId="{145CBDBD-9A54-4D31-8F8A-3CBE90EC6D29}"/>
    <dgm:cxn modelId="{F1E8E00E-80BF-49B8-B73D-6B3A16EB1159}" type="presOf" srcId="{6ACE49A8-D942-4ED8-83CF-E7EE635AABE1}" destId="{4E26B1C0-9FCE-4F20-B85A-75DDBB8A8A98}" srcOrd="0" destOrd="0" presId="urn:microsoft.com/office/officeart/2005/8/layout/cycle6"/>
    <dgm:cxn modelId="{C4AB0020-94BB-4825-B7B2-ADB13AEB2586}" type="presOf" srcId="{C2F2FC6C-1B3F-4178-BA0F-0EACABD5ED23}" destId="{92E551D0-0B8D-41B9-8A34-02B86E76FDF2}" srcOrd="0" destOrd="0" presId="urn:microsoft.com/office/officeart/2005/8/layout/cycle6"/>
    <dgm:cxn modelId="{7640DD21-EDFB-4C11-A09F-F61043636ACC}" srcId="{CE75E6CA-BA18-42D6-BB72-8F436C8E34B6}" destId="{91471947-1632-4EE9-B18C-59093F3DDE5B}" srcOrd="4" destOrd="0" parTransId="{2BDF9B3C-1031-4C3E-A9D1-0B0A70FF82A7}" sibTransId="{AD1381C9-B85A-4EFD-B73C-8D3BC2BB1530}"/>
    <dgm:cxn modelId="{38197E34-C480-49F5-8D92-03C3DE6C46A4}" srcId="{CE75E6CA-BA18-42D6-BB72-8F436C8E34B6}" destId="{A7E407D8-3C06-4DBA-A7C4-9478D3427501}" srcOrd="2" destOrd="0" parTransId="{2DB9F9BC-F0A0-4362-9CA2-D56E300F45F8}" sibTransId="{12349D40-FDAA-4662-9742-FF8E493CB422}"/>
    <dgm:cxn modelId="{29394248-AB76-4D7C-A56A-E9CA21372357}" type="presOf" srcId="{F097F84F-A4E8-45A6-970A-AB37BD10FCF7}" destId="{3909B6EA-B9CF-450E-800A-CB742FF6860D}" srcOrd="0" destOrd="0" presId="urn:microsoft.com/office/officeart/2005/8/layout/cycle6"/>
    <dgm:cxn modelId="{47241D6B-DAC1-4A42-9CAC-B87C3A347862}" type="presOf" srcId="{A7E407D8-3C06-4DBA-A7C4-9478D3427501}" destId="{49CF90A5-DE1A-43F6-9D4B-D8F6A4501D84}" srcOrd="0" destOrd="0" presId="urn:microsoft.com/office/officeart/2005/8/layout/cycle6"/>
    <dgm:cxn modelId="{66F3C089-68E4-4822-9DBD-6F92E7F4DBEF}" type="presOf" srcId="{12349D40-FDAA-4662-9742-FF8E493CB422}" destId="{48C27A5F-BD07-48E2-9834-8ECAF476B2F4}" srcOrd="0" destOrd="0" presId="urn:microsoft.com/office/officeart/2005/8/layout/cycle6"/>
    <dgm:cxn modelId="{6B7C858B-102C-43AF-B0C9-723669F020C7}" srcId="{CE75E6CA-BA18-42D6-BB72-8F436C8E34B6}" destId="{C2F2FC6C-1B3F-4178-BA0F-0EACABD5ED23}" srcOrd="1" destOrd="0" parTransId="{54D878CA-29F7-4AD8-9918-3109FB3CF5AF}" sibTransId="{4D3FAB36-72B8-4FEB-AB61-FEA4CDECF9A1}"/>
    <dgm:cxn modelId="{FA956391-E58B-4180-8B1B-FDEDC6E7774B}" srcId="{CE75E6CA-BA18-42D6-BB72-8F436C8E34B6}" destId="{C9F437E3-F138-471C-B046-E78CB9C8ABCB}" srcOrd="3" destOrd="0" parTransId="{7DC430C3-7071-4E12-B79B-A2F488596F0E}" sibTransId="{6ACE49A8-D942-4ED8-83CF-E7EE635AABE1}"/>
    <dgm:cxn modelId="{0A9E909D-73FE-4921-998C-5AD46C9669A4}" type="presOf" srcId="{AD1381C9-B85A-4EFD-B73C-8D3BC2BB1530}" destId="{A40F4ACB-C3CB-44B1-ADA0-F4D37901397E}" srcOrd="0" destOrd="0" presId="urn:microsoft.com/office/officeart/2005/8/layout/cycle6"/>
    <dgm:cxn modelId="{934CA0A9-8A9E-4BC3-9FAE-726D323BBAF7}" type="presOf" srcId="{145CBDBD-9A54-4D31-8F8A-3CBE90EC6D29}" destId="{7672FCCD-994D-4F6A-9B7F-790BAFFD386E}" srcOrd="0" destOrd="0" presId="urn:microsoft.com/office/officeart/2005/8/layout/cycle6"/>
    <dgm:cxn modelId="{CC1DD8AA-32E5-40F0-83B1-94E352A20436}" type="presOf" srcId="{91471947-1632-4EE9-B18C-59093F3DDE5B}" destId="{842012C6-AD52-4E84-865F-4E69C19B0822}" srcOrd="0" destOrd="0" presId="urn:microsoft.com/office/officeart/2005/8/layout/cycle6"/>
    <dgm:cxn modelId="{CDC8E6C2-D9E9-4839-950E-4D8E4A544C31}" type="presOf" srcId="{C9F437E3-F138-471C-B046-E78CB9C8ABCB}" destId="{C3FC832E-502E-4EEA-8FBD-12EC148DE695}" srcOrd="0" destOrd="0" presId="urn:microsoft.com/office/officeart/2005/8/layout/cycle6"/>
    <dgm:cxn modelId="{2656CBE1-3E03-4D5A-A63D-92138218EC55}" type="presOf" srcId="{CE75E6CA-BA18-42D6-BB72-8F436C8E34B6}" destId="{CE2139B9-1230-4A6B-B1EC-A6992F650500}" srcOrd="0" destOrd="0" presId="urn:microsoft.com/office/officeart/2005/8/layout/cycle6"/>
    <dgm:cxn modelId="{EB16537A-8A2A-43A0-A51E-82DE1E76918C}" type="presParOf" srcId="{CE2139B9-1230-4A6B-B1EC-A6992F650500}" destId="{3909B6EA-B9CF-450E-800A-CB742FF6860D}" srcOrd="0" destOrd="0" presId="urn:microsoft.com/office/officeart/2005/8/layout/cycle6"/>
    <dgm:cxn modelId="{3788A057-68FB-46E7-97D0-DEFA514D305D}" type="presParOf" srcId="{CE2139B9-1230-4A6B-B1EC-A6992F650500}" destId="{94FE8136-C296-413F-A7A4-59FAB46B62F9}" srcOrd="1" destOrd="0" presId="urn:microsoft.com/office/officeart/2005/8/layout/cycle6"/>
    <dgm:cxn modelId="{286436DF-93AA-450E-895D-F466F00DC3ED}" type="presParOf" srcId="{CE2139B9-1230-4A6B-B1EC-A6992F650500}" destId="{7672FCCD-994D-4F6A-9B7F-790BAFFD386E}" srcOrd="2" destOrd="0" presId="urn:microsoft.com/office/officeart/2005/8/layout/cycle6"/>
    <dgm:cxn modelId="{A19FD12A-0B7A-457D-89CA-821521CED3D8}" type="presParOf" srcId="{CE2139B9-1230-4A6B-B1EC-A6992F650500}" destId="{92E551D0-0B8D-41B9-8A34-02B86E76FDF2}" srcOrd="3" destOrd="0" presId="urn:microsoft.com/office/officeart/2005/8/layout/cycle6"/>
    <dgm:cxn modelId="{65A8134C-16DB-4F63-9835-8BF49196AEC5}" type="presParOf" srcId="{CE2139B9-1230-4A6B-B1EC-A6992F650500}" destId="{83954ADA-C0BF-4375-B733-9EA6128DDCA1}" srcOrd="4" destOrd="0" presId="urn:microsoft.com/office/officeart/2005/8/layout/cycle6"/>
    <dgm:cxn modelId="{8467231F-4C73-48F2-BED0-CDF65283B0EE}" type="presParOf" srcId="{CE2139B9-1230-4A6B-B1EC-A6992F650500}" destId="{7AFE3EC6-A01F-41F0-9CFB-77FE6A87E66C}" srcOrd="5" destOrd="0" presId="urn:microsoft.com/office/officeart/2005/8/layout/cycle6"/>
    <dgm:cxn modelId="{66F78FDB-6115-4182-9186-2E4FED5A3B87}" type="presParOf" srcId="{CE2139B9-1230-4A6B-B1EC-A6992F650500}" destId="{49CF90A5-DE1A-43F6-9D4B-D8F6A4501D84}" srcOrd="6" destOrd="0" presId="urn:microsoft.com/office/officeart/2005/8/layout/cycle6"/>
    <dgm:cxn modelId="{4BFB3B40-83F6-4240-B3B3-0478DB7560D2}" type="presParOf" srcId="{CE2139B9-1230-4A6B-B1EC-A6992F650500}" destId="{7A3972E5-0830-41BA-9367-51E62B67C931}" srcOrd="7" destOrd="0" presId="urn:microsoft.com/office/officeart/2005/8/layout/cycle6"/>
    <dgm:cxn modelId="{F57102A0-F3EC-4D70-AD18-1A114E145FED}" type="presParOf" srcId="{CE2139B9-1230-4A6B-B1EC-A6992F650500}" destId="{48C27A5F-BD07-48E2-9834-8ECAF476B2F4}" srcOrd="8" destOrd="0" presId="urn:microsoft.com/office/officeart/2005/8/layout/cycle6"/>
    <dgm:cxn modelId="{BA2D0A95-D3C8-4DD9-B8A6-E847D559E69F}" type="presParOf" srcId="{CE2139B9-1230-4A6B-B1EC-A6992F650500}" destId="{C3FC832E-502E-4EEA-8FBD-12EC148DE695}" srcOrd="9" destOrd="0" presId="urn:microsoft.com/office/officeart/2005/8/layout/cycle6"/>
    <dgm:cxn modelId="{897114B8-9A4D-4693-891F-22840076DEC1}" type="presParOf" srcId="{CE2139B9-1230-4A6B-B1EC-A6992F650500}" destId="{4E33476F-E94A-4AC0-9C17-AEF7CFBEE488}" srcOrd="10" destOrd="0" presId="urn:microsoft.com/office/officeart/2005/8/layout/cycle6"/>
    <dgm:cxn modelId="{6183C090-801A-43BA-B2C6-8B7AE701AF16}" type="presParOf" srcId="{CE2139B9-1230-4A6B-B1EC-A6992F650500}" destId="{4E26B1C0-9FCE-4F20-B85A-75DDBB8A8A98}" srcOrd="11" destOrd="0" presId="urn:microsoft.com/office/officeart/2005/8/layout/cycle6"/>
    <dgm:cxn modelId="{86AD8426-0EEB-4C3B-BCEE-5CD150BDC708}" type="presParOf" srcId="{CE2139B9-1230-4A6B-B1EC-A6992F650500}" destId="{842012C6-AD52-4E84-865F-4E69C19B0822}" srcOrd="12" destOrd="0" presId="urn:microsoft.com/office/officeart/2005/8/layout/cycle6"/>
    <dgm:cxn modelId="{5B4B494F-F3E7-4EC5-83F6-42F3C8D4F46C}" type="presParOf" srcId="{CE2139B9-1230-4A6B-B1EC-A6992F650500}" destId="{243FB117-BB5D-4A79-9F33-F59D1088ADFF}" srcOrd="13" destOrd="0" presId="urn:microsoft.com/office/officeart/2005/8/layout/cycle6"/>
    <dgm:cxn modelId="{19A56529-90C1-4B04-AE16-0EC0DFA6ADBC}" type="presParOf" srcId="{CE2139B9-1230-4A6B-B1EC-A6992F650500}" destId="{A40F4ACB-C3CB-44B1-ADA0-F4D37901397E}" srcOrd="14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1A8B8F3-B7B7-4C31-AB6D-DF66B4E310DD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BE37C01-5A99-4C21-AC6A-2BB694EF79CC}">
      <dgm:prSet phldrT="[Text]" custT="1"/>
      <dgm:spPr/>
      <dgm:t>
        <a:bodyPr/>
        <a:lstStyle/>
        <a:p>
          <a:pPr algn="ctr"/>
          <a:r>
            <a:rPr lang="en-US" sz="1200" dirty="0">
              <a:latin typeface="Comic Sans MS" panose="030F0702030302020204" pitchFamily="66" charset="0"/>
            </a:rPr>
            <a:t>Skill Gap statistics: Focus, Need for personalization</a:t>
          </a:r>
          <a:endParaRPr lang="en-IN" sz="1200" dirty="0">
            <a:latin typeface="Comic Sans MS" panose="030F0702030302020204" pitchFamily="66" charset="0"/>
          </a:endParaRPr>
        </a:p>
      </dgm:t>
    </dgm:pt>
    <dgm:pt modelId="{DFE8D28B-7940-477F-BA4F-95465CC6F034}" type="parTrans" cxnId="{683DC1D9-90BB-47BD-A456-B5C6068CAA34}">
      <dgm:prSet/>
      <dgm:spPr/>
      <dgm:t>
        <a:bodyPr/>
        <a:lstStyle/>
        <a:p>
          <a:endParaRPr lang="en-IN"/>
        </a:p>
      </dgm:t>
    </dgm:pt>
    <dgm:pt modelId="{8F29D20D-E00C-44F8-BAE4-E52FB1F43C62}" type="sibTrans" cxnId="{683DC1D9-90BB-47BD-A456-B5C6068CAA34}">
      <dgm:prSet/>
      <dgm:spPr/>
      <dgm:t>
        <a:bodyPr/>
        <a:lstStyle/>
        <a:p>
          <a:endParaRPr lang="en-IN"/>
        </a:p>
      </dgm:t>
    </dgm:pt>
    <dgm:pt modelId="{C3488034-5C0C-4502-863B-6E4E6582AA1D}">
      <dgm:prSet phldrT="[Text]" custT="1"/>
      <dgm:spPr/>
      <dgm:t>
        <a:bodyPr/>
        <a:lstStyle/>
        <a:p>
          <a:pPr algn="ctr"/>
          <a:r>
            <a:rPr lang="en-US" sz="1200" dirty="0">
              <a:latin typeface="Comic Sans MS" panose="030F0702030302020204" pitchFamily="66" charset="0"/>
            </a:rPr>
            <a:t>Technical and algorithmic Validation: Resume parsing , upskilling resources</a:t>
          </a:r>
          <a:endParaRPr lang="en-IN" sz="1200" dirty="0">
            <a:latin typeface="Comic Sans MS" panose="030F0702030302020204" pitchFamily="66" charset="0"/>
          </a:endParaRPr>
        </a:p>
      </dgm:t>
    </dgm:pt>
    <dgm:pt modelId="{5836EF47-63B1-4AFA-8A63-F4B43EA90A02}" type="parTrans" cxnId="{56AA185D-45CF-4981-8623-36D4DD62BF25}">
      <dgm:prSet/>
      <dgm:spPr/>
      <dgm:t>
        <a:bodyPr/>
        <a:lstStyle/>
        <a:p>
          <a:endParaRPr lang="en-IN"/>
        </a:p>
      </dgm:t>
    </dgm:pt>
    <dgm:pt modelId="{5BFE2B83-D487-4EB5-A2E9-85C47EFD5734}" type="sibTrans" cxnId="{56AA185D-45CF-4981-8623-36D4DD62BF25}">
      <dgm:prSet/>
      <dgm:spPr/>
      <dgm:t>
        <a:bodyPr/>
        <a:lstStyle/>
        <a:p>
          <a:endParaRPr lang="en-IN"/>
        </a:p>
      </dgm:t>
    </dgm:pt>
    <dgm:pt modelId="{986FDBAC-E449-421F-B7AD-FFD6FA66ACA5}">
      <dgm:prSet phldrT="[Text]" custT="1"/>
      <dgm:spPr/>
      <dgm:t>
        <a:bodyPr/>
        <a:lstStyle/>
        <a:p>
          <a:pPr algn="ctr"/>
          <a:r>
            <a:rPr lang="en-US" sz="1100" dirty="0">
              <a:latin typeface="Comic Sans MS" panose="030F0702030302020204" pitchFamily="66" charset="0"/>
            </a:rPr>
            <a:t>Market and Impact validation: Skills-based Hiring trends, AI in career guidance</a:t>
          </a:r>
          <a:endParaRPr lang="en-IN" sz="1100" dirty="0">
            <a:latin typeface="Comic Sans MS" panose="030F0702030302020204" pitchFamily="66" charset="0"/>
          </a:endParaRPr>
        </a:p>
      </dgm:t>
    </dgm:pt>
    <dgm:pt modelId="{5B5EBCFD-2EEE-449B-A612-C2E5A32E5290}" type="parTrans" cxnId="{E68FE525-7110-49C4-99D6-4EBD06C5CAFC}">
      <dgm:prSet/>
      <dgm:spPr/>
      <dgm:t>
        <a:bodyPr/>
        <a:lstStyle/>
        <a:p>
          <a:endParaRPr lang="en-IN"/>
        </a:p>
      </dgm:t>
    </dgm:pt>
    <dgm:pt modelId="{3C537104-6343-4B84-898D-6146939E0468}" type="sibTrans" cxnId="{E68FE525-7110-49C4-99D6-4EBD06C5CAFC}">
      <dgm:prSet/>
      <dgm:spPr/>
      <dgm:t>
        <a:bodyPr/>
        <a:lstStyle/>
        <a:p>
          <a:endParaRPr lang="en-IN"/>
        </a:p>
      </dgm:t>
    </dgm:pt>
    <dgm:pt modelId="{D31CD9AA-423E-45CF-BC70-79D984D22EBB}" type="pres">
      <dgm:prSet presAssocID="{11A8B8F3-B7B7-4C31-AB6D-DF66B4E310DD}" presName="linear" presStyleCnt="0">
        <dgm:presLayoutVars>
          <dgm:dir/>
          <dgm:animLvl val="lvl"/>
          <dgm:resizeHandles val="exact"/>
        </dgm:presLayoutVars>
      </dgm:prSet>
      <dgm:spPr/>
    </dgm:pt>
    <dgm:pt modelId="{5280F332-B10F-4F0A-9413-B818E3F2F469}" type="pres">
      <dgm:prSet presAssocID="{EBE37C01-5A99-4C21-AC6A-2BB694EF79CC}" presName="parentLin" presStyleCnt="0"/>
      <dgm:spPr/>
    </dgm:pt>
    <dgm:pt modelId="{5425A822-4B6D-4762-8951-AC0EE6DBAF6B}" type="pres">
      <dgm:prSet presAssocID="{EBE37C01-5A99-4C21-AC6A-2BB694EF79CC}" presName="parentLeftMargin" presStyleLbl="node1" presStyleIdx="0" presStyleCnt="3"/>
      <dgm:spPr/>
    </dgm:pt>
    <dgm:pt modelId="{52897AED-BC81-4A8B-9FB8-CF1EE72B4219}" type="pres">
      <dgm:prSet presAssocID="{EBE37C01-5A99-4C21-AC6A-2BB694EF79CC}" presName="parentText" presStyleLbl="node1" presStyleIdx="0" presStyleCnt="3" custScaleY="122868" custLinFactNeighborX="-9535" custLinFactNeighborY="13243">
        <dgm:presLayoutVars>
          <dgm:chMax val="0"/>
          <dgm:bulletEnabled val="1"/>
        </dgm:presLayoutVars>
      </dgm:prSet>
      <dgm:spPr/>
    </dgm:pt>
    <dgm:pt modelId="{3B0C2FA8-FFA9-4222-B5A8-310E0DF6BAAA}" type="pres">
      <dgm:prSet presAssocID="{EBE37C01-5A99-4C21-AC6A-2BB694EF79CC}" presName="negativeSpace" presStyleCnt="0"/>
      <dgm:spPr/>
    </dgm:pt>
    <dgm:pt modelId="{ADDB1E03-2C5E-410F-9F51-3C179E880AE7}" type="pres">
      <dgm:prSet presAssocID="{EBE37C01-5A99-4C21-AC6A-2BB694EF79CC}" presName="childText" presStyleLbl="conFgAcc1" presStyleIdx="0" presStyleCnt="3" custLinFactY="-23481" custLinFactNeighborY="-100000">
        <dgm:presLayoutVars>
          <dgm:bulletEnabled val="1"/>
        </dgm:presLayoutVars>
      </dgm:prSet>
      <dgm:spPr/>
    </dgm:pt>
    <dgm:pt modelId="{AD5E3877-EC84-4391-9C4A-B7A819D4BDB2}" type="pres">
      <dgm:prSet presAssocID="{8F29D20D-E00C-44F8-BAE4-E52FB1F43C62}" presName="spaceBetweenRectangles" presStyleCnt="0"/>
      <dgm:spPr/>
    </dgm:pt>
    <dgm:pt modelId="{8A523FF9-D88B-45FF-AC31-DF5663FB4FB1}" type="pres">
      <dgm:prSet presAssocID="{C3488034-5C0C-4502-863B-6E4E6582AA1D}" presName="parentLin" presStyleCnt="0"/>
      <dgm:spPr/>
    </dgm:pt>
    <dgm:pt modelId="{36D8F0F1-C96D-427D-ACD8-913ED5350B16}" type="pres">
      <dgm:prSet presAssocID="{C3488034-5C0C-4502-863B-6E4E6582AA1D}" presName="parentLeftMargin" presStyleLbl="node1" presStyleIdx="0" presStyleCnt="3"/>
      <dgm:spPr/>
    </dgm:pt>
    <dgm:pt modelId="{E7DBAA67-8B4E-462A-B9E9-AD6020A57C14}" type="pres">
      <dgm:prSet presAssocID="{C3488034-5C0C-4502-863B-6E4E6582AA1D}" presName="parentText" presStyleLbl="node1" presStyleIdx="1" presStyleCnt="3" custScaleY="165594">
        <dgm:presLayoutVars>
          <dgm:chMax val="0"/>
          <dgm:bulletEnabled val="1"/>
        </dgm:presLayoutVars>
      </dgm:prSet>
      <dgm:spPr/>
    </dgm:pt>
    <dgm:pt modelId="{7D352BCC-96C3-4541-A138-4BDC309DF8E4}" type="pres">
      <dgm:prSet presAssocID="{C3488034-5C0C-4502-863B-6E4E6582AA1D}" presName="negativeSpace" presStyleCnt="0"/>
      <dgm:spPr/>
    </dgm:pt>
    <dgm:pt modelId="{56BDF3DD-B564-4E6E-BDE7-3D12FD50FCA9}" type="pres">
      <dgm:prSet presAssocID="{C3488034-5C0C-4502-863B-6E4E6582AA1D}" presName="childText" presStyleLbl="conFgAcc1" presStyleIdx="1" presStyleCnt="3" custLinFactY="-71408" custLinFactNeighborY="-100000">
        <dgm:presLayoutVars>
          <dgm:bulletEnabled val="1"/>
        </dgm:presLayoutVars>
      </dgm:prSet>
      <dgm:spPr/>
    </dgm:pt>
    <dgm:pt modelId="{32D71BD4-1A5B-4EB5-8557-08C9191383EF}" type="pres">
      <dgm:prSet presAssocID="{5BFE2B83-D487-4EB5-A2E9-85C47EFD5734}" presName="spaceBetweenRectangles" presStyleCnt="0"/>
      <dgm:spPr/>
    </dgm:pt>
    <dgm:pt modelId="{66EE8A4D-5514-4957-9A2C-DBA7761B5A13}" type="pres">
      <dgm:prSet presAssocID="{986FDBAC-E449-421F-B7AD-FFD6FA66ACA5}" presName="parentLin" presStyleCnt="0"/>
      <dgm:spPr/>
    </dgm:pt>
    <dgm:pt modelId="{5ACCE86D-447B-4FCC-BC6A-D47673451432}" type="pres">
      <dgm:prSet presAssocID="{986FDBAC-E449-421F-B7AD-FFD6FA66ACA5}" presName="parentLeftMargin" presStyleLbl="node1" presStyleIdx="1" presStyleCnt="3"/>
      <dgm:spPr/>
    </dgm:pt>
    <dgm:pt modelId="{2D42B18A-B319-48DC-BF99-F8E350C2CC57}" type="pres">
      <dgm:prSet presAssocID="{986FDBAC-E449-421F-B7AD-FFD6FA66ACA5}" presName="parentText" presStyleLbl="node1" presStyleIdx="2" presStyleCnt="3" custScaleY="155914" custLinFactNeighborX="-9535" custLinFactNeighborY="-10886">
        <dgm:presLayoutVars>
          <dgm:chMax val="0"/>
          <dgm:bulletEnabled val="1"/>
        </dgm:presLayoutVars>
      </dgm:prSet>
      <dgm:spPr/>
    </dgm:pt>
    <dgm:pt modelId="{E015DC20-22C8-487F-8668-7DCA8DCEE6D0}" type="pres">
      <dgm:prSet presAssocID="{986FDBAC-E449-421F-B7AD-FFD6FA66ACA5}" presName="negativeSpace" presStyleCnt="0"/>
      <dgm:spPr/>
    </dgm:pt>
    <dgm:pt modelId="{EF4C3053-32FA-4E5D-9019-77664BC0B539}" type="pres">
      <dgm:prSet presAssocID="{986FDBAC-E449-421F-B7AD-FFD6FA66ACA5}" presName="childText" presStyleLbl="conFgAcc1" presStyleIdx="2" presStyleCnt="3" custLinFactY="-37621" custLinFactNeighborX="-355" custLinFactNeighborY="-100000">
        <dgm:presLayoutVars>
          <dgm:bulletEnabled val="1"/>
        </dgm:presLayoutVars>
      </dgm:prSet>
      <dgm:spPr/>
    </dgm:pt>
  </dgm:ptLst>
  <dgm:cxnLst>
    <dgm:cxn modelId="{E68FE525-7110-49C4-99D6-4EBD06C5CAFC}" srcId="{11A8B8F3-B7B7-4C31-AB6D-DF66B4E310DD}" destId="{986FDBAC-E449-421F-B7AD-FFD6FA66ACA5}" srcOrd="2" destOrd="0" parTransId="{5B5EBCFD-2EEE-449B-A612-C2E5A32E5290}" sibTransId="{3C537104-6343-4B84-898D-6146939E0468}"/>
    <dgm:cxn modelId="{08981628-6903-4EC8-9280-84CE7627E782}" type="presOf" srcId="{11A8B8F3-B7B7-4C31-AB6D-DF66B4E310DD}" destId="{D31CD9AA-423E-45CF-BC70-79D984D22EBB}" srcOrd="0" destOrd="0" presId="urn:microsoft.com/office/officeart/2005/8/layout/list1"/>
    <dgm:cxn modelId="{42EDE22E-7393-4F08-9F92-D55CF98F8D4A}" type="presOf" srcId="{C3488034-5C0C-4502-863B-6E4E6582AA1D}" destId="{36D8F0F1-C96D-427D-ACD8-913ED5350B16}" srcOrd="0" destOrd="0" presId="urn:microsoft.com/office/officeart/2005/8/layout/list1"/>
    <dgm:cxn modelId="{F4047A3C-4597-4004-97A0-11EC3A33A143}" type="presOf" srcId="{C3488034-5C0C-4502-863B-6E4E6582AA1D}" destId="{E7DBAA67-8B4E-462A-B9E9-AD6020A57C14}" srcOrd="1" destOrd="0" presId="urn:microsoft.com/office/officeart/2005/8/layout/list1"/>
    <dgm:cxn modelId="{56AA185D-45CF-4981-8623-36D4DD62BF25}" srcId="{11A8B8F3-B7B7-4C31-AB6D-DF66B4E310DD}" destId="{C3488034-5C0C-4502-863B-6E4E6582AA1D}" srcOrd="1" destOrd="0" parTransId="{5836EF47-63B1-4AFA-8A63-F4B43EA90A02}" sibTransId="{5BFE2B83-D487-4EB5-A2E9-85C47EFD5734}"/>
    <dgm:cxn modelId="{6AB3CB4D-86BB-4060-B6E9-E658FFB9D802}" type="presOf" srcId="{EBE37C01-5A99-4C21-AC6A-2BB694EF79CC}" destId="{5425A822-4B6D-4762-8951-AC0EE6DBAF6B}" srcOrd="0" destOrd="0" presId="urn:microsoft.com/office/officeart/2005/8/layout/list1"/>
    <dgm:cxn modelId="{683DC1D9-90BB-47BD-A456-B5C6068CAA34}" srcId="{11A8B8F3-B7B7-4C31-AB6D-DF66B4E310DD}" destId="{EBE37C01-5A99-4C21-AC6A-2BB694EF79CC}" srcOrd="0" destOrd="0" parTransId="{DFE8D28B-7940-477F-BA4F-95465CC6F034}" sibTransId="{8F29D20D-E00C-44F8-BAE4-E52FB1F43C62}"/>
    <dgm:cxn modelId="{6DD62BE1-E457-4FC5-9C84-4E4D6E3BFEF8}" type="presOf" srcId="{986FDBAC-E449-421F-B7AD-FFD6FA66ACA5}" destId="{5ACCE86D-447B-4FCC-BC6A-D47673451432}" srcOrd="0" destOrd="0" presId="urn:microsoft.com/office/officeart/2005/8/layout/list1"/>
    <dgm:cxn modelId="{879716EE-103E-46C2-A127-4E84E5D65876}" type="presOf" srcId="{EBE37C01-5A99-4C21-AC6A-2BB694EF79CC}" destId="{52897AED-BC81-4A8B-9FB8-CF1EE72B4219}" srcOrd="1" destOrd="0" presId="urn:microsoft.com/office/officeart/2005/8/layout/list1"/>
    <dgm:cxn modelId="{85B675FA-4640-4B05-A475-3DD81BF576F5}" type="presOf" srcId="{986FDBAC-E449-421F-B7AD-FFD6FA66ACA5}" destId="{2D42B18A-B319-48DC-BF99-F8E350C2CC57}" srcOrd="1" destOrd="0" presId="urn:microsoft.com/office/officeart/2005/8/layout/list1"/>
    <dgm:cxn modelId="{65532C9A-015D-4981-BF37-E6B910934EDC}" type="presParOf" srcId="{D31CD9AA-423E-45CF-BC70-79D984D22EBB}" destId="{5280F332-B10F-4F0A-9413-B818E3F2F469}" srcOrd="0" destOrd="0" presId="urn:microsoft.com/office/officeart/2005/8/layout/list1"/>
    <dgm:cxn modelId="{E1D1A317-F959-4C8D-B67A-F8E0FAA13757}" type="presParOf" srcId="{5280F332-B10F-4F0A-9413-B818E3F2F469}" destId="{5425A822-4B6D-4762-8951-AC0EE6DBAF6B}" srcOrd="0" destOrd="0" presId="urn:microsoft.com/office/officeart/2005/8/layout/list1"/>
    <dgm:cxn modelId="{242890B1-B4CF-4731-B62B-4891907D9343}" type="presParOf" srcId="{5280F332-B10F-4F0A-9413-B818E3F2F469}" destId="{52897AED-BC81-4A8B-9FB8-CF1EE72B4219}" srcOrd="1" destOrd="0" presId="urn:microsoft.com/office/officeart/2005/8/layout/list1"/>
    <dgm:cxn modelId="{CE9506B1-5B47-4692-A3D2-971123C38F73}" type="presParOf" srcId="{D31CD9AA-423E-45CF-BC70-79D984D22EBB}" destId="{3B0C2FA8-FFA9-4222-B5A8-310E0DF6BAAA}" srcOrd="1" destOrd="0" presId="urn:microsoft.com/office/officeart/2005/8/layout/list1"/>
    <dgm:cxn modelId="{5BDA544F-34EB-429A-B5D7-B45D4BA25347}" type="presParOf" srcId="{D31CD9AA-423E-45CF-BC70-79D984D22EBB}" destId="{ADDB1E03-2C5E-410F-9F51-3C179E880AE7}" srcOrd="2" destOrd="0" presId="urn:microsoft.com/office/officeart/2005/8/layout/list1"/>
    <dgm:cxn modelId="{8B60DBAC-3C91-427D-ABAD-9CCB6EA883D5}" type="presParOf" srcId="{D31CD9AA-423E-45CF-BC70-79D984D22EBB}" destId="{AD5E3877-EC84-4391-9C4A-B7A819D4BDB2}" srcOrd="3" destOrd="0" presId="urn:microsoft.com/office/officeart/2005/8/layout/list1"/>
    <dgm:cxn modelId="{655AA2AD-35CE-4EF9-AB82-CAF9E5D19571}" type="presParOf" srcId="{D31CD9AA-423E-45CF-BC70-79D984D22EBB}" destId="{8A523FF9-D88B-45FF-AC31-DF5663FB4FB1}" srcOrd="4" destOrd="0" presId="urn:microsoft.com/office/officeart/2005/8/layout/list1"/>
    <dgm:cxn modelId="{12ED9DC6-DA36-4AEB-A55D-0C0848726B63}" type="presParOf" srcId="{8A523FF9-D88B-45FF-AC31-DF5663FB4FB1}" destId="{36D8F0F1-C96D-427D-ACD8-913ED5350B16}" srcOrd="0" destOrd="0" presId="urn:microsoft.com/office/officeart/2005/8/layout/list1"/>
    <dgm:cxn modelId="{3DAE9EAE-08FC-462E-A5BE-3B71411B1358}" type="presParOf" srcId="{8A523FF9-D88B-45FF-AC31-DF5663FB4FB1}" destId="{E7DBAA67-8B4E-462A-B9E9-AD6020A57C14}" srcOrd="1" destOrd="0" presId="urn:microsoft.com/office/officeart/2005/8/layout/list1"/>
    <dgm:cxn modelId="{2806DCEA-CAB6-4452-8823-2FF49C92EC44}" type="presParOf" srcId="{D31CD9AA-423E-45CF-BC70-79D984D22EBB}" destId="{7D352BCC-96C3-4541-A138-4BDC309DF8E4}" srcOrd="5" destOrd="0" presId="urn:microsoft.com/office/officeart/2005/8/layout/list1"/>
    <dgm:cxn modelId="{6CD41FCD-334E-4E16-A180-ABCF02248AC6}" type="presParOf" srcId="{D31CD9AA-423E-45CF-BC70-79D984D22EBB}" destId="{56BDF3DD-B564-4E6E-BDE7-3D12FD50FCA9}" srcOrd="6" destOrd="0" presId="urn:microsoft.com/office/officeart/2005/8/layout/list1"/>
    <dgm:cxn modelId="{A7F4711B-FAC7-4827-A8B4-0DD114D85DA9}" type="presParOf" srcId="{D31CD9AA-423E-45CF-BC70-79D984D22EBB}" destId="{32D71BD4-1A5B-4EB5-8557-08C9191383EF}" srcOrd="7" destOrd="0" presId="urn:microsoft.com/office/officeart/2005/8/layout/list1"/>
    <dgm:cxn modelId="{B19A77F5-811F-46C6-9EA4-B52FBBD90B90}" type="presParOf" srcId="{D31CD9AA-423E-45CF-BC70-79D984D22EBB}" destId="{66EE8A4D-5514-4957-9A2C-DBA7761B5A13}" srcOrd="8" destOrd="0" presId="urn:microsoft.com/office/officeart/2005/8/layout/list1"/>
    <dgm:cxn modelId="{64A1A6B3-7707-4549-9B18-150B9F14B502}" type="presParOf" srcId="{66EE8A4D-5514-4957-9A2C-DBA7761B5A13}" destId="{5ACCE86D-447B-4FCC-BC6A-D47673451432}" srcOrd="0" destOrd="0" presId="urn:microsoft.com/office/officeart/2005/8/layout/list1"/>
    <dgm:cxn modelId="{5D937E17-0CCC-4899-B6C3-E9BA9DC70AD5}" type="presParOf" srcId="{66EE8A4D-5514-4957-9A2C-DBA7761B5A13}" destId="{2D42B18A-B319-48DC-BF99-F8E350C2CC57}" srcOrd="1" destOrd="0" presId="urn:microsoft.com/office/officeart/2005/8/layout/list1"/>
    <dgm:cxn modelId="{56A9D19B-37F2-4C27-A826-6282B878A7C4}" type="presParOf" srcId="{D31CD9AA-423E-45CF-BC70-79D984D22EBB}" destId="{E015DC20-22C8-487F-8668-7DCA8DCEE6D0}" srcOrd="9" destOrd="0" presId="urn:microsoft.com/office/officeart/2005/8/layout/list1"/>
    <dgm:cxn modelId="{78066EC2-DE04-4204-919A-18E330766BE3}" type="presParOf" srcId="{D31CD9AA-423E-45CF-BC70-79D984D22EBB}" destId="{EF4C3053-32FA-4E5D-9019-77664BC0B539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B524C5-9A75-4482-AC7E-E5D48EA538CD}">
      <dsp:nvSpPr>
        <dsp:cNvPr id="0" name=""/>
        <dsp:cNvSpPr/>
      </dsp:nvSpPr>
      <dsp:spPr>
        <a:xfrm>
          <a:off x="-5379510" y="-823849"/>
          <a:ext cx="6406127" cy="6406127"/>
        </a:xfrm>
        <a:prstGeom prst="blockArc">
          <a:avLst>
            <a:gd name="adj1" fmla="val 18900000"/>
            <a:gd name="adj2" fmla="val 2700000"/>
            <a:gd name="adj3" fmla="val 337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44F3DE3-90C9-4EC0-95CB-535DE2D012CC}">
      <dsp:nvSpPr>
        <dsp:cNvPr id="0" name=""/>
        <dsp:cNvSpPr/>
      </dsp:nvSpPr>
      <dsp:spPr>
        <a:xfrm>
          <a:off x="660469" y="475842"/>
          <a:ext cx="6420506" cy="9516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55400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Skill Bridge AI –Powered Resume Analysis &amp; Hyper-Personalized Upskilling Roadmap.</a:t>
          </a:r>
          <a:endParaRPr lang="en-IN" sz="1800" kern="1200" dirty="0"/>
        </a:p>
      </dsp:txBody>
      <dsp:txXfrm>
        <a:off x="660469" y="475842"/>
        <a:ext cx="6420506" cy="951685"/>
      </dsp:txXfrm>
    </dsp:sp>
    <dsp:sp modelId="{35330573-33DC-4E3C-98A2-F8DB9AC4CA8A}">
      <dsp:nvSpPr>
        <dsp:cNvPr id="0" name=""/>
        <dsp:cNvSpPr/>
      </dsp:nvSpPr>
      <dsp:spPr>
        <a:xfrm>
          <a:off x="61645" y="350196"/>
          <a:ext cx="1189607" cy="118960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D7987A-EDC3-4F90-BFAA-E6704776DC7B}">
      <dsp:nvSpPr>
        <dsp:cNvPr id="0" name=""/>
        <dsp:cNvSpPr/>
      </dsp:nvSpPr>
      <dsp:spPr>
        <a:xfrm>
          <a:off x="1072073" y="1897242"/>
          <a:ext cx="6074569" cy="9516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55400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The Problem: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Students and Professionals struggle to get personalized career guidance.</a:t>
          </a:r>
          <a:endParaRPr lang="en-IN" sz="1800" kern="1200" dirty="0"/>
        </a:p>
      </dsp:txBody>
      <dsp:txXfrm>
        <a:off x="1072073" y="1897242"/>
        <a:ext cx="6074569" cy="951685"/>
      </dsp:txXfrm>
    </dsp:sp>
    <dsp:sp modelId="{61C9CF97-F95D-4923-8734-A17FDDB67F9B}">
      <dsp:nvSpPr>
        <dsp:cNvPr id="0" name=""/>
        <dsp:cNvSpPr/>
      </dsp:nvSpPr>
      <dsp:spPr>
        <a:xfrm>
          <a:off x="411604" y="1784410"/>
          <a:ext cx="1189607" cy="118960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69038C-78E4-461D-913C-1C92953FF8F8}">
      <dsp:nvSpPr>
        <dsp:cNvPr id="0" name=""/>
        <dsp:cNvSpPr/>
      </dsp:nvSpPr>
      <dsp:spPr>
        <a:xfrm>
          <a:off x="660469" y="3330899"/>
          <a:ext cx="6420506" cy="9516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55400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Automated skill gap analysis and direct link to free learning resources.</a:t>
          </a:r>
          <a:endParaRPr lang="en-IN" sz="1800" kern="1200" dirty="0"/>
        </a:p>
      </dsp:txBody>
      <dsp:txXfrm>
        <a:off x="660469" y="3330899"/>
        <a:ext cx="6420506" cy="951685"/>
      </dsp:txXfrm>
    </dsp:sp>
    <dsp:sp modelId="{AF665E59-B9EC-4B31-9E4E-7CA99D4F43EB}">
      <dsp:nvSpPr>
        <dsp:cNvPr id="0" name=""/>
        <dsp:cNvSpPr/>
      </dsp:nvSpPr>
      <dsp:spPr>
        <a:xfrm>
          <a:off x="65666" y="3211938"/>
          <a:ext cx="1189607" cy="118960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17E10F-BFED-4094-B1BC-83D66BBA026C}">
      <dsp:nvSpPr>
        <dsp:cNvPr id="0" name=""/>
        <dsp:cNvSpPr/>
      </dsp:nvSpPr>
      <dsp:spPr>
        <a:xfrm>
          <a:off x="6177048" y="2437505"/>
          <a:ext cx="4864470" cy="2609209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Comic Sans MS" panose="030F0702030302020204" pitchFamily="66" charset="0"/>
            </a:rPr>
            <a:t>Use multi-layered </a:t>
          </a:r>
          <a:r>
            <a:rPr lang="en-US" sz="1600" kern="1200" dirty="0" err="1">
              <a:latin typeface="Comic Sans MS" panose="030F0702030302020204" pitchFamily="66" charset="0"/>
            </a:rPr>
            <a:t>RegEx</a:t>
          </a:r>
          <a:r>
            <a:rPr lang="en-US" sz="1600" kern="1200" dirty="0">
              <a:latin typeface="Comic Sans MS" panose="030F0702030302020204" pitchFamily="66" charset="0"/>
            </a:rPr>
            <a:t> to first extract resume sections.</a:t>
          </a:r>
          <a:endParaRPr lang="en-IN" sz="1600" kern="1200" dirty="0">
            <a:latin typeface="Comic Sans MS" panose="030F0702030302020204" pitchFamily="66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1600" kern="1200" dirty="0">
            <a:latin typeface="Comic Sans MS" panose="030F0702030302020204" pitchFamily="66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Comic Sans MS" panose="030F0702030302020204" pitchFamily="66" charset="0"/>
            </a:rPr>
            <a:t>Filter course recommendations by video title, length and view count to ensure quality.</a:t>
          </a:r>
          <a:endParaRPr lang="en-IN" sz="1600" kern="1200" dirty="0">
            <a:latin typeface="Comic Sans MS" panose="030F0702030302020204" pitchFamily="66" charset="0"/>
          </a:endParaRPr>
        </a:p>
      </dsp:txBody>
      <dsp:txXfrm>
        <a:off x="7693706" y="3147123"/>
        <a:ext cx="3290497" cy="1842274"/>
      </dsp:txXfrm>
    </dsp:sp>
    <dsp:sp modelId="{4244701B-D319-4327-8631-E2BC2B7761E8}">
      <dsp:nvSpPr>
        <dsp:cNvPr id="0" name=""/>
        <dsp:cNvSpPr/>
      </dsp:nvSpPr>
      <dsp:spPr>
        <a:xfrm>
          <a:off x="385945" y="2472293"/>
          <a:ext cx="4609313" cy="247354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latin typeface="Comic Sans MS" panose="030F0702030302020204" pitchFamily="66" charset="0"/>
            </a:rPr>
            <a:t>Resume Format Variation:    Complex resume formats can confuse simple </a:t>
          </a:r>
          <a:r>
            <a:rPr lang="en-US" sz="1400" kern="1200" dirty="0" err="1">
              <a:latin typeface="Comic Sans MS" panose="030F0702030302020204" pitchFamily="66" charset="0"/>
            </a:rPr>
            <a:t>RegEx</a:t>
          </a:r>
          <a:r>
            <a:rPr lang="en-US" sz="1400" kern="1200" dirty="0">
              <a:latin typeface="Comic Sans MS" panose="030F0702030302020204" pitchFamily="66" charset="0"/>
            </a:rPr>
            <a:t>.</a:t>
          </a:r>
          <a:endParaRPr lang="en-IN" sz="1400" kern="1200" dirty="0">
            <a:latin typeface="Comic Sans MS" panose="030F0702030302020204" pitchFamily="66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1400" kern="1200" dirty="0">
            <a:latin typeface="Comic Sans MS" panose="030F0702030302020204" pitchFamily="66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>
              <a:latin typeface="Comic Sans MS" panose="030F0702030302020204" pitchFamily="66" charset="0"/>
            </a:rPr>
            <a:t>Youtube</a:t>
          </a:r>
          <a:r>
            <a:rPr lang="en-US" sz="1400" kern="1200" dirty="0">
              <a:latin typeface="Comic Sans MS" panose="030F0702030302020204" pitchFamily="66" charset="0"/>
            </a:rPr>
            <a:t> Link Quality: Risk of low-quality or irrelevant </a:t>
          </a:r>
          <a:r>
            <a:rPr lang="en-US" sz="1400" kern="1200" dirty="0" err="1">
              <a:latin typeface="Comic Sans MS" panose="030F0702030302020204" pitchFamily="66" charset="0"/>
            </a:rPr>
            <a:t>Youtube</a:t>
          </a:r>
          <a:r>
            <a:rPr lang="en-US" sz="1400" kern="1200" dirty="0">
              <a:latin typeface="Comic Sans MS" panose="030F0702030302020204" pitchFamily="66" charset="0"/>
            </a:rPr>
            <a:t> course recommendations.</a:t>
          </a:r>
          <a:endParaRPr lang="en-IN" sz="1400" kern="1200" dirty="0">
            <a:latin typeface="Comic Sans MS" panose="030F0702030302020204" pitchFamily="66" charset="0"/>
          </a:endParaRPr>
        </a:p>
      </dsp:txBody>
      <dsp:txXfrm>
        <a:off x="440281" y="3145015"/>
        <a:ext cx="3117847" cy="1746486"/>
      </dsp:txXfrm>
    </dsp:sp>
    <dsp:sp modelId="{D7BA770E-F62B-4089-A846-1C8C57670EA4}">
      <dsp:nvSpPr>
        <dsp:cNvPr id="0" name=""/>
        <dsp:cNvSpPr/>
      </dsp:nvSpPr>
      <dsp:spPr>
        <a:xfrm>
          <a:off x="6092802" y="109153"/>
          <a:ext cx="4819044" cy="2080829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Comic Sans MS" panose="030F0702030302020204" pitchFamily="66" charset="0"/>
            </a:rPr>
            <a:t>Bridges massive skill gap.</a:t>
          </a:r>
          <a:endParaRPr lang="en-IN" sz="1600" kern="1200" dirty="0">
            <a:latin typeface="Comic Sans MS" panose="030F0702030302020204" pitchFamily="66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1600" kern="1200" dirty="0">
            <a:latin typeface="Comic Sans MS" panose="030F0702030302020204" pitchFamily="66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Comic Sans MS" panose="030F0702030302020204" pitchFamily="66" charset="0"/>
            </a:rPr>
            <a:t>Highly scalable: democratizes learning via open-source </a:t>
          </a:r>
          <a:r>
            <a:rPr lang="en-US" sz="1600" kern="1200" dirty="0" err="1">
              <a:latin typeface="Comic Sans MS" panose="030F0702030302020204" pitchFamily="66" charset="0"/>
            </a:rPr>
            <a:t>Youtube</a:t>
          </a:r>
          <a:r>
            <a:rPr lang="en-US" sz="1600" kern="1200" dirty="0">
              <a:latin typeface="Comic Sans MS" panose="030F0702030302020204" pitchFamily="66" charset="0"/>
            </a:rPr>
            <a:t>.</a:t>
          </a:r>
          <a:endParaRPr lang="en-IN" sz="1600" kern="1200" dirty="0">
            <a:latin typeface="Comic Sans MS" panose="030F0702030302020204" pitchFamily="66" charset="0"/>
          </a:endParaRPr>
        </a:p>
      </dsp:txBody>
      <dsp:txXfrm>
        <a:off x="7584224" y="154862"/>
        <a:ext cx="3281912" cy="1469204"/>
      </dsp:txXfrm>
    </dsp:sp>
    <dsp:sp modelId="{ECD203BA-D3CB-4F74-9F9D-66542E0640BF}">
      <dsp:nvSpPr>
        <dsp:cNvPr id="0" name=""/>
        <dsp:cNvSpPr/>
      </dsp:nvSpPr>
      <dsp:spPr>
        <a:xfrm>
          <a:off x="468010" y="124706"/>
          <a:ext cx="4383551" cy="206868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latin typeface="Comic Sans MS" panose="030F0702030302020204" pitchFamily="66" charset="0"/>
            </a:rPr>
            <a:t>Technical: Achievable via Fast, simple </a:t>
          </a:r>
          <a:r>
            <a:rPr lang="en-US" sz="1400" kern="1200" dirty="0" err="1">
              <a:latin typeface="Comic Sans MS" panose="030F0702030302020204" pitchFamily="66" charset="0"/>
            </a:rPr>
            <a:t>RegEx</a:t>
          </a:r>
          <a:r>
            <a:rPr lang="en-US" sz="1400" kern="1200" dirty="0">
              <a:latin typeface="Comic Sans MS" panose="030F0702030302020204" pitchFamily="66" charset="0"/>
            </a:rPr>
            <a:t> over complex ML.</a:t>
          </a:r>
          <a:endParaRPr lang="en-IN" sz="1400" kern="1200" dirty="0">
            <a:latin typeface="Comic Sans MS" panose="030F0702030302020204" pitchFamily="66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1400" kern="1200" dirty="0">
            <a:latin typeface="Comic Sans MS" panose="030F0702030302020204" pitchFamily="66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latin typeface="Comic Sans MS" panose="030F0702030302020204" pitchFamily="66" charset="0"/>
            </a:rPr>
            <a:t>Economic: Cost-effective solution using free technologies(</a:t>
          </a:r>
          <a:r>
            <a:rPr lang="en-US" sz="1400" kern="1200" dirty="0" err="1">
              <a:latin typeface="Comic Sans MS" panose="030F0702030302020204" pitchFamily="66" charset="0"/>
            </a:rPr>
            <a:t>RegEx</a:t>
          </a:r>
          <a:r>
            <a:rPr lang="en-US" sz="1400" kern="1200" dirty="0">
              <a:latin typeface="Comic Sans MS" panose="030F0702030302020204" pitchFamily="66" charset="0"/>
            </a:rPr>
            <a:t>,       </a:t>
          </a:r>
          <a:r>
            <a:rPr lang="en-US" sz="1400" kern="1200" dirty="0" err="1">
              <a:latin typeface="Comic Sans MS" panose="030F0702030302020204" pitchFamily="66" charset="0"/>
            </a:rPr>
            <a:t>Youtube</a:t>
          </a:r>
          <a:r>
            <a:rPr lang="en-US" sz="1400" kern="1200" dirty="0">
              <a:latin typeface="Comic Sans MS" panose="030F0702030302020204" pitchFamily="66" charset="0"/>
            </a:rPr>
            <a:t>).</a:t>
          </a:r>
          <a:endParaRPr lang="en-IN" sz="1400" kern="1200" dirty="0">
            <a:latin typeface="Comic Sans MS" panose="030F0702030302020204" pitchFamily="66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1400" kern="1200" dirty="0">
            <a:latin typeface="Comic Sans MS" panose="030F0702030302020204" pitchFamily="66" charset="0"/>
          </a:endParaRPr>
        </a:p>
      </dsp:txBody>
      <dsp:txXfrm>
        <a:off x="513452" y="170148"/>
        <a:ext cx="2977601" cy="1460629"/>
      </dsp:txXfrm>
    </dsp:sp>
    <dsp:sp modelId="{A1A465D4-9F9B-40CE-BB13-0A3065355ED5}">
      <dsp:nvSpPr>
        <dsp:cNvPr id="0" name=""/>
        <dsp:cNvSpPr/>
      </dsp:nvSpPr>
      <dsp:spPr>
        <a:xfrm>
          <a:off x="3311525" y="353728"/>
          <a:ext cx="2185363" cy="2185363"/>
        </a:xfrm>
        <a:prstGeom prst="pieWedg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Comic Sans MS" panose="030F0702030302020204" pitchFamily="66" charset="0"/>
            </a:rPr>
            <a:t>Feasibility Analysis</a:t>
          </a:r>
          <a:endParaRPr lang="en-IN" sz="2000" kern="1200" dirty="0">
            <a:latin typeface="Comic Sans MS" panose="030F0702030302020204" pitchFamily="66" charset="0"/>
          </a:endParaRPr>
        </a:p>
      </dsp:txBody>
      <dsp:txXfrm>
        <a:off x="3951603" y="993806"/>
        <a:ext cx="1545285" cy="1545285"/>
      </dsp:txXfrm>
    </dsp:sp>
    <dsp:sp modelId="{D9B39E6C-5ACE-4FD4-8587-1F3178E421BF}">
      <dsp:nvSpPr>
        <dsp:cNvPr id="0" name=""/>
        <dsp:cNvSpPr/>
      </dsp:nvSpPr>
      <dsp:spPr>
        <a:xfrm rot="5400000">
          <a:off x="5597829" y="353728"/>
          <a:ext cx="2185363" cy="2185363"/>
        </a:xfrm>
        <a:prstGeom prst="pieWedg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Comic Sans MS" panose="030F0702030302020204" pitchFamily="66" charset="0"/>
            </a:rPr>
            <a:t>Viability</a:t>
          </a:r>
          <a:endParaRPr lang="en-IN" sz="2400" kern="1200" dirty="0">
            <a:latin typeface="Comic Sans MS" panose="030F0702030302020204" pitchFamily="66" charset="0"/>
          </a:endParaRPr>
        </a:p>
      </dsp:txBody>
      <dsp:txXfrm rot="-5400000">
        <a:off x="5597829" y="993806"/>
        <a:ext cx="1545285" cy="1545285"/>
      </dsp:txXfrm>
    </dsp:sp>
    <dsp:sp modelId="{CBDF0BC4-81D8-4728-9D95-66A3206AAED1}">
      <dsp:nvSpPr>
        <dsp:cNvPr id="0" name=""/>
        <dsp:cNvSpPr/>
      </dsp:nvSpPr>
      <dsp:spPr>
        <a:xfrm rot="10800000">
          <a:off x="5597829" y="2640032"/>
          <a:ext cx="2185363" cy="2185363"/>
        </a:xfrm>
        <a:prstGeom prst="pieWedg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Mitigation Strategies</a:t>
          </a:r>
          <a:endParaRPr lang="en-IN" sz="2000" kern="1200" dirty="0"/>
        </a:p>
      </dsp:txBody>
      <dsp:txXfrm rot="10800000">
        <a:off x="5597829" y="2640032"/>
        <a:ext cx="1545285" cy="1545285"/>
      </dsp:txXfrm>
    </dsp:sp>
    <dsp:sp modelId="{EE92C03E-8194-4E70-A8E4-0673A3E031BE}">
      <dsp:nvSpPr>
        <dsp:cNvPr id="0" name=""/>
        <dsp:cNvSpPr/>
      </dsp:nvSpPr>
      <dsp:spPr>
        <a:xfrm rot="16200000">
          <a:off x="3311525" y="2640032"/>
          <a:ext cx="2185363" cy="2185363"/>
        </a:xfrm>
        <a:prstGeom prst="pieWedg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Potential Challenges &amp; Risks</a:t>
          </a:r>
          <a:endParaRPr lang="en-IN" sz="2000" kern="1200" dirty="0"/>
        </a:p>
      </dsp:txBody>
      <dsp:txXfrm rot="5400000">
        <a:off x="3951603" y="2640032"/>
        <a:ext cx="1545285" cy="1545285"/>
      </dsp:txXfrm>
    </dsp:sp>
    <dsp:sp modelId="{8A5A57D2-2C9F-48EE-AD83-F5FCC9D2E2D1}">
      <dsp:nvSpPr>
        <dsp:cNvPr id="0" name=""/>
        <dsp:cNvSpPr/>
      </dsp:nvSpPr>
      <dsp:spPr>
        <a:xfrm>
          <a:off x="5170094" y="2135329"/>
          <a:ext cx="754530" cy="656113"/>
        </a:xfrm>
        <a:prstGeom prst="circularArrow">
          <a:avLst/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4F9013-8E71-46BE-8244-13EA52EE54BB}">
      <dsp:nvSpPr>
        <dsp:cNvPr id="0" name=""/>
        <dsp:cNvSpPr/>
      </dsp:nvSpPr>
      <dsp:spPr>
        <a:xfrm rot="10800000">
          <a:off x="5170094" y="2387680"/>
          <a:ext cx="754530" cy="656113"/>
        </a:xfrm>
        <a:prstGeom prst="circularArrow">
          <a:avLst/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E0235F-9872-4CC6-84DC-37377A5D5BB1}">
      <dsp:nvSpPr>
        <dsp:cNvPr id="0" name=""/>
        <dsp:cNvSpPr/>
      </dsp:nvSpPr>
      <dsp:spPr>
        <a:xfrm>
          <a:off x="4840337" y="2410175"/>
          <a:ext cx="91440" cy="44896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4896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A24E1F-550E-46CA-915C-64A8C95BAADE}">
      <dsp:nvSpPr>
        <dsp:cNvPr id="0" name=""/>
        <dsp:cNvSpPr/>
      </dsp:nvSpPr>
      <dsp:spPr>
        <a:xfrm>
          <a:off x="3942678" y="980956"/>
          <a:ext cx="943378" cy="4489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5954"/>
              </a:lnTo>
              <a:lnTo>
                <a:pt x="943378" y="305954"/>
              </a:lnTo>
              <a:lnTo>
                <a:pt x="943378" y="44896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A4E307-68AC-477C-A4D1-FD9E0BAB2A4A}">
      <dsp:nvSpPr>
        <dsp:cNvPr id="0" name=""/>
        <dsp:cNvSpPr/>
      </dsp:nvSpPr>
      <dsp:spPr>
        <a:xfrm>
          <a:off x="2953579" y="2410175"/>
          <a:ext cx="91440" cy="44896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4896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2A4EA55-93D1-436C-9A67-370F45974A4D}">
      <dsp:nvSpPr>
        <dsp:cNvPr id="0" name=""/>
        <dsp:cNvSpPr/>
      </dsp:nvSpPr>
      <dsp:spPr>
        <a:xfrm>
          <a:off x="2999299" y="980956"/>
          <a:ext cx="943378" cy="448962"/>
        </a:xfrm>
        <a:custGeom>
          <a:avLst/>
          <a:gdLst/>
          <a:ahLst/>
          <a:cxnLst/>
          <a:rect l="0" t="0" r="0" b="0"/>
          <a:pathLst>
            <a:path>
              <a:moveTo>
                <a:pt x="943378" y="0"/>
              </a:moveTo>
              <a:lnTo>
                <a:pt x="943378" y="305954"/>
              </a:lnTo>
              <a:lnTo>
                <a:pt x="0" y="305954"/>
              </a:lnTo>
              <a:lnTo>
                <a:pt x="0" y="44896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3D0CBE-4295-410A-BBC2-461A9C4FD4D5}">
      <dsp:nvSpPr>
        <dsp:cNvPr id="0" name=""/>
        <dsp:cNvSpPr/>
      </dsp:nvSpPr>
      <dsp:spPr>
        <a:xfrm>
          <a:off x="3170822" y="699"/>
          <a:ext cx="1543710" cy="9802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806EC2-CFD8-4F5D-9B52-44DDB0DE318E}">
      <dsp:nvSpPr>
        <dsp:cNvPr id="0" name=""/>
        <dsp:cNvSpPr/>
      </dsp:nvSpPr>
      <dsp:spPr>
        <a:xfrm>
          <a:off x="3342346" y="163647"/>
          <a:ext cx="1543710" cy="9802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latin typeface="Comic Sans MS" panose="030F0702030302020204" pitchFamily="66" charset="0"/>
            </a:rPr>
            <a:t>Impact</a:t>
          </a:r>
          <a:endParaRPr lang="en-IN" sz="1000" kern="1200" dirty="0">
            <a:latin typeface="Comic Sans MS" panose="030F0702030302020204" pitchFamily="66" charset="0"/>
          </a:endParaRPr>
        </a:p>
      </dsp:txBody>
      <dsp:txXfrm>
        <a:off x="3371057" y="192358"/>
        <a:ext cx="1486288" cy="922834"/>
      </dsp:txXfrm>
    </dsp:sp>
    <dsp:sp modelId="{82A69145-D10C-44C2-A685-EEFEA574095B}">
      <dsp:nvSpPr>
        <dsp:cNvPr id="0" name=""/>
        <dsp:cNvSpPr/>
      </dsp:nvSpPr>
      <dsp:spPr>
        <a:xfrm>
          <a:off x="2227444" y="1429918"/>
          <a:ext cx="1543710" cy="9802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4AC1FF-EAFB-4758-BF27-5BCD718C8DC1}">
      <dsp:nvSpPr>
        <dsp:cNvPr id="0" name=""/>
        <dsp:cNvSpPr/>
      </dsp:nvSpPr>
      <dsp:spPr>
        <a:xfrm>
          <a:off x="2398967" y="1592865"/>
          <a:ext cx="1543710" cy="9802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latin typeface="Comic Sans MS" panose="030F0702030302020204" pitchFamily="66" charset="0"/>
            </a:rPr>
            <a:t>Students </a:t>
          </a:r>
          <a:endParaRPr lang="en-IN" sz="1000" kern="1200" dirty="0">
            <a:latin typeface="Comic Sans MS" panose="030F0702030302020204" pitchFamily="66" charset="0"/>
          </a:endParaRPr>
        </a:p>
      </dsp:txBody>
      <dsp:txXfrm>
        <a:off x="2427678" y="1621576"/>
        <a:ext cx="1486288" cy="922834"/>
      </dsp:txXfrm>
    </dsp:sp>
    <dsp:sp modelId="{B3451D22-2247-49F5-9051-A720C512ACEB}">
      <dsp:nvSpPr>
        <dsp:cNvPr id="0" name=""/>
        <dsp:cNvSpPr/>
      </dsp:nvSpPr>
      <dsp:spPr>
        <a:xfrm>
          <a:off x="2227444" y="2859137"/>
          <a:ext cx="1543710" cy="9802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380DC1-64B1-4D07-8680-2F7ADBEE59E4}">
      <dsp:nvSpPr>
        <dsp:cNvPr id="0" name=""/>
        <dsp:cNvSpPr/>
      </dsp:nvSpPr>
      <dsp:spPr>
        <a:xfrm>
          <a:off x="2398967" y="3022084"/>
          <a:ext cx="1543710" cy="9802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latin typeface="Comic Sans MS" panose="030F0702030302020204" pitchFamily="66" charset="0"/>
            </a:rPr>
            <a:t>&gt; Personalized roadmap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latin typeface="Comic Sans MS" panose="030F0702030302020204" pitchFamily="66" charset="0"/>
            </a:rPr>
            <a:t>&gt; Removes guesswork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>
              <a:latin typeface="Comic Sans MS" panose="030F0702030302020204" pitchFamily="66" charset="0"/>
            </a:rPr>
            <a:t>&gt; Improves motivation</a:t>
          </a:r>
        </a:p>
      </dsp:txBody>
      <dsp:txXfrm>
        <a:off x="2427678" y="3050795"/>
        <a:ext cx="1486288" cy="922834"/>
      </dsp:txXfrm>
    </dsp:sp>
    <dsp:sp modelId="{042872BC-D56D-4A89-AB40-B9D22D0A4A1C}">
      <dsp:nvSpPr>
        <dsp:cNvPr id="0" name=""/>
        <dsp:cNvSpPr/>
      </dsp:nvSpPr>
      <dsp:spPr>
        <a:xfrm>
          <a:off x="4114201" y="1429918"/>
          <a:ext cx="1543710" cy="9802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CC7C22-4166-47C4-B028-F5FD42B253F1}">
      <dsp:nvSpPr>
        <dsp:cNvPr id="0" name=""/>
        <dsp:cNvSpPr/>
      </dsp:nvSpPr>
      <dsp:spPr>
        <a:xfrm>
          <a:off x="4285725" y="1592865"/>
          <a:ext cx="1543710" cy="9802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latin typeface="Comic Sans MS" panose="030F0702030302020204" pitchFamily="66" charset="0"/>
            </a:rPr>
            <a:t>Industry</a:t>
          </a:r>
          <a:endParaRPr lang="en-IN" sz="1000" kern="1200" dirty="0">
            <a:latin typeface="Comic Sans MS" panose="030F0702030302020204" pitchFamily="66" charset="0"/>
          </a:endParaRPr>
        </a:p>
      </dsp:txBody>
      <dsp:txXfrm>
        <a:off x="4314436" y="1621576"/>
        <a:ext cx="1486288" cy="922834"/>
      </dsp:txXfrm>
    </dsp:sp>
    <dsp:sp modelId="{3C8BA3A5-D82D-4899-8DF2-802A25B907E0}">
      <dsp:nvSpPr>
        <dsp:cNvPr id="0" name=""/>
        <dsp:cNvSpPr/>
      </dsp:nvSpPr>
      <dsp:spPr>
        <a:xfrm>
          <a:off x="4114201" y="2859137"/>
          <a:ext cx="1543710" cy="9802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375AA0-7AC4-4F3D-8F9D-69589B89D81F}">
      <dsp:nvSpPr>
        <dsp:cNvPr id="0" name=""/>
        <dsp:cNvSpPr/>
      </dsp:nvSpPr>
      <dsp:spPr>
        <a:xfrm>
          <a:off x="4285725" y="3022084"/>
          <a:ext cx="1543710" cy="9802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latin typeface="Comic Sans MS" panose="030F0702030302020204" pitchFamily="66" charset="0"/>
            </a:rPr>
            <a:t>&gt; Reduces time/cost in training new hires by providing job-ready graduates</a:t>
          </a:r>
          <a:endParaRPr lang="en-IN" sz="1000" kern="1200" dirty="0">
            <a:latin typeface="Comic Sans MS" panose="030F0702030302020204" pitchFamily="66" charset="0"/>
          </a:endParaRPr>
        </a:p>
      </dsp:txBody>
      <dsp:txXfrm>
        <a:off x="4314436" y="3050795"/>
        <a:ext cx="1486288" cy="92283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FC9381-D5D1-4A1E-A494-94FC417E7A8E}">
      <dsp:nvSpPr>
        <dsp:cNvPr id="0" name=""/>
        <dsp:cNvSpPr/>
      </dsp:nvSpPr>
      <dsp:spPr>
        <a:xfrm>
          <a:off x="2133269" y="61162"/>
          <a:ext cx="3398685" cy="141893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Comic Sans MS" panose="030F0702030302020204" pitchFamily="66" charset="0"/>
            </a:rPr>
            <a:t>Social</a:t>
          </a:r>
          <a:endParaRPr lang="en-IN" sz="2100" kern="1200" dirty="0">
            <a:latin typeface="Comic Sans MS" panose="030F0702030302020204" pitchFamily="66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Comic Sans MS" panose="030F0702030302020204" pitchFamily="66" charset="0"/>
            </a:rPr>
            <a:t>Democratizes career guidance for rural/remote students via free, structured courses.</a:t>
          </a:r>
          <a:endParaRPr lang="en-IN" sz="1600" kern="1200" dirty="0">
            <a:latin typeface="Comic Sans MS" panose="030F0702030302020204" pitchFamily="66" charset="0"/>
          </a:endParaRPr>
        </a:p>
      </dsp:txBody>
      <dsp:txXfrm>
        <a:off x="2133269" y="61162"/>
        <a:ext cx="3398685" cy="1418931"/>
      </dsp:txXfrm>
    </dsp:sp>
    <dsp:sp modelId="{204B39FB-F1A6-4DE1-8343-54F2FDC22DF2}">
      <dsp:nvSpPr>
        <dsp:cNvPr id="0" name=""/>
        <dsp:cNvSpPr/>
      </dsp:nvSpPr>
      <dsp:spPr>
        <a:xfrm>
          <a:off x="459289" y="2042"/>
          <a:ext cx="1521799" cy="1537171"/>
        </a:xfrm>
        <a:prstGeom prst="rect">
          <a:avLst/>
        </a:prstGeom>
        <a:blipFill rotWithShape="1">
          <a:blip xmlns:r="http://schemas.openxmlformats.org/officeDocument/2006/relationships" r:embed="rId1"/>
          <a:srcRect/>
          <a:stretch>
            <a:fillRect l="-1000" r="-1000"/>
          </a:stretch>
        </a:blip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>
          <a:schemeClr val="dk1"/>
        </a:fontRef>
      </dsp:style>
    </dsp:sp>
    <dsp:sp modelId="{94DADE3B-B2C5-4680-82BC-EB076DB0A8E8}">
      <dsp:nvSpPr>
        <dsp:cNvPr id="0" name=""/>
        <dsp:cNvSpPr/>
      </dsp:nvSpPr>
      <dsp:spPr>
        <a:xfrm>
          <a:off x="459289" y="1792846"/>
          <a:ext cx="3398685" cy="153717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Comic Sans MS" panose="030F0702030302020204" pitchFamily="66" charset="0"/>
            </a:rPr>
            <a:t>Economic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Comic Sans MS" panose="030F0702030302020204" pitchFamily="66" charset="0"/>
            </a:rPr>
            <a:t>Reduces student upskilling cost and boosts graduate employability.</a:t>
          </a:r>
          <a:endParaRPr lang="en-IN" sz="1600" kern="1200" dirty="0">
            <a:latin typeface="Comic Sans MS" panose="030F0702030302020204" pitchFamily="66" charset="0"/>
          </a:endParaRPr>
        </a:p>
      </dsp:txBody>
      <dsp:txXfrm>
        <a:off x="459289" y="1792846"/>
        <a:ext cx="3398685" cy="1537171"/>
      </dsp:txXfrm>
    </dsp:sp>
    <dsp:sp modelId="{DE41D1B3-5AB2-4A2F-9A0D-071AB6CFD162}">
      <dsp:nvSpPr>
        <dsp:cNvPr id="0" name=""/>
        <dsp:cNvSpPr/>
      </dsp:nvSpPr>
      <dsp:spPr>
        <a:xfrm>
          <a:off x="4010154" y="1792846"/>
          <a:ext cx="1521799" cy="1537171"/>
        </a:xfrm>
        <a:prstGeom prst="rect">
          <a:avLst/>
        </a:prstGeom>
        <a:blipFill rotWithShape="1">
          <a:blip xmlns:r="http://schemas.openxmlformats.org/officeDocument/2006/relationships" r:embed="rId2"/>
          <a:srcRect/>
          <a:stretch>
            <a:fillRect l="-1000" r="-1000"/>
          </a:stretch>
        </a:blip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>
          <a:schemeClr val="dk1"/>
        </a:fontRef>
      </dsp:style>
    </dsp:sp>
    <dsp:sp modelId="{A7BA1A4B-2F1E-4BB0-B24E-7DCB4A792A90}">
      <dsp:nvSpPr>
        <dsp:cNvPr id="0" name=""/>
        <dsp:cNvSpPr/>
      </dsp:nvSpPr>
      <dsp:spPr>
        <a:xfrm>
          <a:off x="2133269" y="3583651"/>
          <a:ext cx="3398685" cy="153717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Comic Sans MS" panose="030F0702030302020204" pitchFamily="66" charset="0"/>
            </a:rPr>
            <a:t>Scalability</a:t>
          </a:r>
          <a:endParaRPr lang="en-IN" sz="2100" kern="1200" dirty="0">
            <a:latin typeface="Comic Sans MS" panose="030F0702030302020204" pitchFamily="66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Comic Sans MS" panose="030F0702030302020204" pitchFamily="66" charset="0"/>
            </a:rPr>
            <a:t>High-impact model that can easily be scaled to millions of learners.</a:t>
          </a:r>
          <a:endParaRPr lang="en-IN" sz="1600" kern="1200" dirty="0">
            <a:latin typeface="Comic Sans MS" panose="030F0702030302020204" pitchFamily="66" charset="0"/>
          </a:endParaRPr>
        </a:p>
      </dsp:txBody>
      <dsp:txXfrm>
        <a:off x="2133269" y="3583651"/>
        <a:ext cx="3398685" cy="1537171"/>
      </dsp:txXfrm>
    </dsp:sp>
    <dsp:sp modelId="{AFB3B550-7394-417F-821B-FE0E5B171D37}">
      <dsp:nvSpPr>
        <dsp:cNvPr id="0" name=""/>
        <dsp:cNvSpPr/>
      </dsp:nvSpPr>
      <dsp:spPr>
        <a:xfrm>
          <a:off x="459289" y="3583651"/>
          <a:ext cx="1521799" cy="1537171"/>
        </a:xfrm>
        <a:prstGeom prst="rect">
          <a:avLst/>
        </a:prstGeom>
        <a:blipFill rotWithShape="1">
          <a:blip xmlns:r="http://schemas.openxmlformats.org/officeDocument/2006/relationships" r:embed="rId3"/>
          <a:srcRect/>
          <a:stretch>
            <a:fillRect t="-3000" b="-3000"/>
          </a:stretch>
        </a:blip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>
          <a:schemeClr val="dk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09B6EA-B9CF-450E-800A-CB742FF6860D}">
      <dsp:nvSpPr>
        <dsp:cNvPr id="0" name=""/>
        <dsp:cNvSpPr/>
      </dsp:nvSpPr>
      <dsp:spPr>
        <a:xfrm>
          <a:off x="2165232" y="905"/>
          <a:ext cx="1519662" cy="9877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Comic Sans MS" panose="030F0702030302020204" pitchFamily="66" charset="0"/>
            </a:rPr>
            <a:t>References </a:t>
          </a:r>
          <a:endParaRPr lang="en-IN" sz="1600" kern="1200" dirty="0">
            <a:latin typeface="Comic Sans MS" panose="030F0702030302020204" pitchFamily="66" charset="0"/>
          </a:endParaRPr>
        </a:p>
      </dsp:txBody>
      <dsp:txXfrm>
        <a:off x="2213451" y="49124"/>
        <a:ext cx="1423224" cy="891342"/>
      </dsp:txXfrm>
    </dsp:sp>
    <dsp:sp modelId="{7672FCCD-994D-4F6A-9B7F-790BAFFD386E}">
      <dsp:nvSpPr>
        <dsp:cNvPr id="0" name=""/>
        <dsp:cNvSpPr/>
      </dsp:nvSpPr>
      <dsp:spPr>
        <a:xfrm>
          <a:off x="949810" y="494795"/>
          <a:ext cx="3950506" cy="3950506"/>
        </a:xfrm>
        <a:custGeom>
          <a:avLst/>
          <a:gdLst/>
          <a:ahLst/>
          <a:cxnLst/>
          <a:rect l="0" t="0" r="0" b="0"/>
          <a:pathLst>
            <a:path>
              <a:moveTo>
                <a:pt x="2745546" y="156387"/>
              </a:moveTo>
              <a:arcTo wR="1975253" hR="1975253" stAng="17577164" swAng="1963654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2E551D0-0B8D-41B9-8A34-02B86E76FDF2}">
      <dsp:nvSpPr>
        <dsp:cNvPr id="0" name=""/>
        <dsp:cNvSpPr/>
      </dsp:nvSpPr>
      <dsp:spPr>
        <a:xfrm>
          <a:off x="4043810" y="1365771"/>
          <a:ext cx="1519662" cy="9877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Comic Sans MS" panose="030F0702030302020204" pitchFamily="66" charset="0"/>
            </a:rPr>
            <a:t>Skill Gap: For statistics on the skill Gap.</a:t>
          </a:r>
          <a:endParaRPr lang="en-IN" sz="1100" kern="1200" dirty="0">
            <a:latin typeface="Comic Sans MS" panose="030F0702030302020204" pitchFamily="66" charset="0"/>
          </a:endParaRPr>
        </a:p>
      </dsp:txBody>
      <dsp:txXfrm>
        <a:off x="4092029" y="1413990"/>
        <a:ext cx="1423224" cy="891342"/>
      </dsp:txXfrm>
    </dsp:sp>
    <dsp:sp modelId="{7AFE3EC6-A01F-41F0-9CFB-77FE6A87E66C}">
      <dsp:nvSpPr>
        <dsp:cNvPr id="0" name=""/>
        <dsp:cNvSpPr/>
      </dsp:nvSpPr>
      <dsp:spPr>
        <a:xfrm>
          <a:off x="949810" y="494795"/>
          <a:ext cx="3950506" cy="3950506"/>
        </a:xfrm>
        <a:custGeom>
          <a:avLst/>
          <a:gdLst/>
          <a:ahLst/>
          <a:cxnLst/>
          <a:rect l="0" t="0" r="0" b="0"/>
          <a:pathLst>
            <a:path>
              <a:moveTo>
                <a:pt x="3947773" y="1871391"/>
              </a:moveTo>
              <a:arcTo wR="1975253" hR="1975253" stAng="21419155" swAng="2197929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CF90A5-DE1A-43F6-9D4B-D8F6A4501D84}">
      <dsp:nvSpPr>
        <dsp:cNvPr id="0" name=""/>
        <dsp:cNvSpPr/>
      </dsp:nvSpPr>
      <dsp:spPr>
        <a:xfrm>
          <a:off x="3326257" y="3574172"/>
          <a:ext cx="1519662" cy="9877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Comic Sans MS" panose="030F0702030302020204" pitchFamily="66" charset="0"/>
            </a:rPr>
            <a:t>Tech Stack: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Comic Sans MS" panose="030F0702030302020204" pitchFamily="66" charset="0"/>
            </a:rPr>
            <a:t>Python libraries for Resume Parsing.</a:t>
          </a:r>
          <a:endParaRPr lang="en-IN" sz="1200" kern="1200" dirty="0">
            <a:latin typeface="Comic Sans MS" panose="030F0702030302020204" pitchFamily="66" charset="0"/>
          </a:endParaRPr>
        </a:p>
      </dsp:txBody>
      <dsp:txXfrm>
        <a:off x="3374476" y="3622391"/>
        <a:ext cx="1423224" cy="891342"/>
      </dsp:txXfrm>
    </dsp:sp>
    <dsp:sp modelId="{48C27A5F-BD07-48E2-9834-8ECAF476B2F4}">
      <dsp:nvSpPr>
        <dsp:cNvPr id="0" name=""/>
        <dsp:cNvSpPr/>
      </dsp:nvSpPr>
      <dsp:spPr>
        <a:xfrm>
          <a:off x="949810" y="494795"/>
          <a:ext cx="3950506" cy="3950506"/>
        </a:xfrm>
        <a:custGeom>
          <a:avLst/>
          <a:gdLst/>
          <a:ahLst/>
          <a:cxnLst/>
          <a:rect l="0" t="0" r="0" b="0"/>
          <a:pathLst>
            <a:path>
              <a:moveTo>
                <a:pt x="2368586" y="3910947"/>
              </a:moveTo>
              <a:arcTo wR="1975253" hR="1975253" stAng="4710832" swAng="1378336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FC832E-502E-4EEA-8FBD-12EC148DE695}">
      <dsp:nvSpPr>
        <dsp:cNvPr id="0" name=""/>
        <dsp:cNvSpPr/>
      </dsp:nvSpPr>
      <dsp:spPr>
        <a:xfrm>
          <a:off x="1004208" y="3574172"/>
          <a:ext cx="1519662" cy="9877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Comic Sans MS" panose="030F0702030302020204" pitchFamily="66" charset="0"/>
            </a:rPr>
            <a:t>Future Scope: Research papers on Skill Extraction using LLMs.</a:t>
          </a:r>
          <a:endParaRPr lang="en-IN" sz="1100" kern="1200" dirty="0">
            <a:latin typeface="Comic Sans MS" panose="030F0702030302020204" pitchFamily="66" charset="0"/>
          </a:endParaRPr>
        </a:p>
      </dsp:txBody>
      <dsp:txXfrm>
        <a:off x="1052427" y="3622391"/>
        <a:ext cx="1423224" cy="891342"/>
      </dsp:txXfrm>
    </dsp:sp>
    <dsp:sp modelId="{4E26B1C0-9FCE-4F20-B85A-75DDBB8A8A98}">
      <dsp:nvSpPr>
        <dsp:cNvPr id="0" name=""/>
        <dsp:cNvSpPr/>
      </dsp:nvSpPr>
      <dsp:spPr>
        <a:xfrm>
          <a:off x="949810" y="494795"/>
          <a:ext cx="3950506" cy="3950506"/>
        </a:xfrm>
        <a:custGeom>
          <a:avLst/>
          <a:gdLst/>
          <a:ahLst/>
          <a:cxnLst/>
          <a:rect l="0" t="0" r="0" b="0"/>
          <a:pathLst>
            <a:path>
              <a:moveTo>
                <a:pt x="330367" y="3068860"/>
              </a:moveTo>
              <a:arcTo wR="1975253" hR="1975253" stAng="8782915" swAng="2197929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2012C6-AD52-4E84-865F-4E69C19B0822}">
      <dsp:nvSpPr>
        <dsp:cNvPr id="0" name=""/>
        <dsp:cNvSpPr/>
      </dsp:nvSpPr>
      <dsp:spPr>
        <a:xfrm>
          <a:off x="286655" y="1365771"/>
          <a:ext cx="1519662" cy="9877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latin typeface="Comic Sans MS" panose="030F0702030302020204" pitchFamily="66" charset="0"/>
            </a:rPr>
            <a:t>Learning: Articles or studies on the effectiveness of personalized learning.</a:t>
          </a:r>
          <a:endParaRPr lang="en-IN" sz="1000" kern="1200" dirty="0">
            <a:latin typeface="Comic Sans MS" panose="030F0702030302020204" pitchFamily="66" charset="0"/>
          </a:endParaRPr>
        </a:p>
      </dsp:txBody>
      <dsp:txXfrm>
        <a:off x="334874" y="1413990"/>
        <a:ext cx="1423224" cy="891342"/>
      </dsp:txXfrm>
    </dsp:sp>
    <dsp:sp modelId="{A40F4ACB-C3CB-44B1-ADA0-F4D37901397E}">
      <dsp:nvSpPr>
        <dsp:cNvPr id="0" name=""/>
        <dsp:cNvSpPr/>
      </dsp:nvSpPr>
      <dsp:spPr>
        <a:xfrm>
          <a:off x="949810" y="494795"/>
          <a:ext cx="3950506" cy="3950506"/>
        </a:xfrm>
        <a:custGeom>
          <a:avLst/>
          <a:gdLst/>
          <a:ahLst/>
          <a:cxnLst/>
          <a:rect l="0" t="0" r="0" b="0"/>
          <a:pathLst>
            <a:path>
              <a:moveTo>
                <a:pt x="343882" y="861585"/>
              </a:moveTo>
              <a:arcTo wR="1975253" hR="1975253" stAng="12859181" swAng="1963654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DB1E03-2C5E-410F-9F51-3C179E880AE7}">
      <dsp:nvSpPr>
        <dsp:cNvPr id="0" name=""/>
        <dsp:cNvSpPr/>
      </dsp:nvSpPr>
      <dsp:spPr>
        <a:xfrm>
          <a:off x="0" y="324094"/>
          <a:ext cx="5929884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897AED-BC81-4A8B-9FB8-CF1EE72B4219}">
      <dsp:nvSpPr>
        <dsp:cNvPr id="0" name=""/>
        <dsp:cNvSpPr/>
      </dsp:nvSpPr>
      <dsp:spPr>
        <a:xfrm>
          <a:off x="268223" y="135572"/>
          <a:ext cx="4150918" cy="10881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895" tIns="0" rIns="156895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Comic Sans MS" panose="030F0702030302020204" pitchFamily="66" charset="0"/>
            </a:rPr>
            <a:t>Skill Gap statistics: Focus, Need for personalization</a:t>
          </a:r>
          <a:endParaRPr lang="en-IN" sz="1200" kern="1200" dirty="0">
            <a:latin typeface="Comic Sans MS" panose="030F0702030302020204" pitchFamily="66" charset="0"/>
          </a:endParaRPr>
        </a:p>
      </dsp:txBody>
      <dsp:txXfrm>
        <a:off x="321341" y="188690"/>
        <a:ext cx="4044682" cy="981883"/>
      </dsp:txXfrm>
    </dsp:sp>
    <dsp:sp modelId="{56BDF3DD-B564-4E6E-BDE7-3D12FD50FCA9}">
      <dsp:nvSpPr>
        <dsp:cNvPr id="0" name=""/>
        <dsp:cNvSpPr/>
      </dsp:nvSpPr>
      <dsp:spPr>
        <a:xfrm>
          <a:off x="0" y="1903467"/>
          <a:ext cx="5929884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DBAA67-8B4E-462A-B9E9-AD6020A57C14}">
      <dsp:nvSpPr>
        <dsp:cNvPr id="0" name=""/>
        <dsp:cNvSpPr/>
      </dsp:nvSpPr>
      <dsp:spPr>
        <a:xfrm>
          <a:off x="296494" y="1581611"/>
          <a:ext cx="4150918" cy="1466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895" tIns="0" rIns="156895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Comic Sans MS" panose="030F0702030302020204" pitchFamily="66" charset="0"/>
            </a:rPr>
            <a:t>Technical and algorithmic Validation: Resume parsing , upskilling resources</a:t>
          </a:r>
          <a:endParaRPr lang="en-IN" sz="1200" kern="1200" dirty="0">
            <a:latin typeface="Comic Sans MS" panose="030F0702030302020204" pitchFamily="66" charset="0"/>
          </a:endParaRPr>
        </a:p>
      </dsp:txBody>
      <dsp:txXfrm>
        <a:off x="368083" y="1653200"/>
        <a:ext cx="4007740" cy="1323322"/>
      </dsp:txXfrm>
    </dsp:sp>
    <dsp:sp modelId="{EF4C3053-32FA-4E5D-9019-77664BC0B539}">
      <dsp:nvSpPr>
        <dsp:cNvPr id="0" name=""/>
        <dsp:cNvSpPr/>
      </dsp:nvSpPr>
      <dsp:spPr>
        <a:xfrm>
          <a:off x="0" y="3734071"/>
          <a:ext cx="5929884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42B18A-B319-48DC-BF99-F8E350C2CC57}">
      <dsp:nvSpPr>
        <dsp:cNvPr id="0" name=""/>
        <dsp:cNvSpPr/>
      </dsp:nvSpPr>
      <dsp:spPr>
        <a:xfrm>
          <a:off x="268223" y="3426905"/>
          <a:ext cx="4150918" cy="1380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895" tIns="0" rIns="156895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Comic Sans MS" panose="030F0702030302020204" pitchFamily="66" charset="0"/>
            </a:rPr>
            <a:t>Market and Impact validation: Skills-based Hiring trends, AI in career guidance</a:t>
          </a:r>
          <a:endParaRPr lang="en-IN" sz="1100" kern="1200" dirty="0">
            <a:latin typeface="Comic Sans MS" panose="030F0702030302020204" pitchFamily="66" charset="0"/>
          </a:endParaRPr>
        </a:p>
      </dsp:txBody>
      <dsp:txXfrm>
        <a:off x="335627" y="3494309"/>
        <a:ext cx="4016110" cy="12459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AlternatingPictureBlocks">
  <dgm:title val=""/>
  <dgm:desc val=""/>
  <dgm:catLst>
    <dgm:cat type="picture" pri="15000"/>
    <dgm:cat type="pictureconvert" pri="15000"/>
    <dgm:cat type="list" pri="13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ch" forName="comp" refType="w"/>
      <dgm:constr type="h" for="ch" forName="comp" refType="h"/>
      <dgm:constr type="h" for="ch" forName="sibTrans" refType="w" refFor="ch" refForName="comp" op="equ" fact="0.05"/>
    </dgm:constrLst>
    <dgm:ruleLst/>
    <dgm:forEach name="Name0" axis="ch" ptType="node">
      <dgm:layoutNode name="comp" styleLbl="node1">
        <dgm:alg type="composite">
          <dgm:param type="ar" val="3.30"/>
        </dgm:alg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hoose name="Name4">
              <dgm:if name="Name5" axis="desOrSelf" ptType="node" func="posOdd" op="equ" val="1">
                <dgm:constrLst>
                  <dgm:constr type="l" for="ch" forName="rect1" refType="w" fact="0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.33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if>
              <dgm:else name="Name6">
                <dgm:constrLst>
                  <dgm:constr type="l" for="ch" forName="rect1" refType="w" fact="0.7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else>
            </dgm:choose>
          </dgm:if>
          <dgm:else name="Name3">
            <dgm:choose name="Name7">
              <dgm:if name="Name8" axis="desOrSelf" ptType="node" func="posOdd" op="equ" val="1">
                <dgm:constrLst>
                  <dgm:constr type="l" for="ch" forName="rect1" refType="w" fact="0.7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if>
              <dgm:else name="Name9">
                <dgm:constrLst>
                  <dgm:constr type="l" for="ch" forName="rect1" refType="w" fact="0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.33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else>
            </dgm:choose>
          </dgm:else>
        </dgm:choose>
        <dgm:ruleLst/>
        <dgm:layoutNode name="rect2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rect1" styleLbl="lnNod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9/22/2025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9/22/2025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9/22/2025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13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1.xml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11" Type="http://schemas.openxmlformats.org/officeDocument/2006/relationships/image" Target="../media/image5.svg"/><Relationship Id="rId5" Type="http://schemas.openxmlformats.org/officeDocument/2006/relationships/diagramData" Target="../diagrams/data1.xml"/><Relationship Id="rId15" Type="http://schemas.openxmlformats.org/officeDocument/2006/relationships/image" Target="../media/image9.svg"/><Relationship Id="rId10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microsoft.com/office/2007/relationships/diagramDrawing" Target="../diagrams/drawing1.xml"/><Relationship Id="rId1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13" Type="http://schemas.microsoft.com/office/2007/relationships/diagramDrawing" Target="../diagrams/drawing4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3.xml"/><Relationship Id="rId12" Type="http://schemas.openxmlformats.org/officeDocument/2006/relationships/diagramColors" Target="../diagrams/colors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11" Type="http://schemas.openxmlformats.org/officeDocument/2006/relationships/diagramQuickStyle" Target="../diagrams/quickStyle4.xml"/><Relationship Id="rId5" Type="http://schemas.openxmlformats.org/officeDocument/2006/relationships/diagramLayout" Target="../diagrams/layout3.xml"/><Relationship Id="rId10" Type="http://schemas.openxmlformats.org/officeDocument/2006/relationships/diagramLayout" Target="../diagrams/layout4.xml"/><Relationship Id="rId4" Type="http://schemas.openxmlformats.org/officeDocument/2006/relationships/diagramData" Target="../diagrams/data3.xml"/><Relationship Id="rId9" Type="http://schemas.openxmlformats.org/officeDocument/2006/relationships/diagramData" Target="../diagrams/data4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13" Type="http://schemas.microsoft.com/office/2007/relationships/diagramDrawing" Target="../diagrams/drawing6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5.xml"/><Relationship Id="rId12" Type="http://schemas.openxmlformats.org/officeDocument/2006/relationships/diagramColors" Target="../diagrams/colors6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11" Type="http://schemas.openxmlformats.org/officeDocument/2006/relationships/diagramQuickStyle" Target="../diagrams/quickStyle6.xml"/><Relationship Id="rId5" Type="http://schemas.openxmlformats.org/officeDocument/2006/relationships/diagramLayout" Target="../diagrams/layout5.xml"/><Relationship Id="rId10" Type="http://schemas.openxmlformats.org/officeDocument/2006/relationships/diagramLayout" Target="../diagrams/layout6.xml"/><Relationship Id="rId4" Type="http://schemas.openxmlformats.org/officeDocument/2006/relationships/diagramData" Target="../diagrams/data5.xml"/><Relationship Id="rId9" Type="http://schemas.openxmlformats.org/officeDocument/2006/relationships/diagramData" Target="../diagrams/data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02441" y="1860512"/>
            <a:ext cx="10220890" cy="4686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SIH25140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 Innovation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Smart Education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258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- </a:t>
            </a:r>
            <a:r>
              <a:rPr lang="en-US" sz="2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Viltrumites</a:t>
            </a:r>
            <a:endParaRPr lang="en-IN" sz="2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214468" y="-47625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ea typeface="ＭＳ Ｐゴシック" pitchFamily="1" charset="-128"/>
                <a:cs typeface="Times New Roman" panose="02020603050405020304" pitchFamily="18" charset="0"/>
              </a:rPr>
              <a:t>SKILL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ea typeface="ＭＳ Ｐゴシック" pitchFamily="1" charset="-128"/>
                <a:cs typeface="Times New Roman" panose="02020603050405020304" pitchFamily="18" charset="0"/>
              </a:rPr>
              <a:t> </a:t>
            </a:r>
            <a: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ea typeface="ＭＳ Ｐゴシック" pitchFamily="1" charset="-128"/>
                <a:cs typeface="Times New Roman" panose="02020603050405020304" pitchFamily="18" charset="0"/>
              </a:rPr>
              <a:t>BRIDGE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ea typeface="ＭＳ Ｐゴシック" pitchFamily="1" charset="-128"/>
                <a:cs typeface="Times New Roman" panose="02020603050405020304" pitchFamily="18" charset="0"/>
              </a:rPr>
              <a:t> </a:t>
            </a:r>
            <a: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ea typeface="ＭＳ Ｐゴシック" pitchFamily="1" charset="-128"/>
                <a:cs typeface="Times New Roman" panose="02020603050405020304" pitchFamily="18" charset="0"/>
              </a:rPr>
              <a:t>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reeform 4">
            <a:extLst>
              <a:ext uri="{FF2B5EF4-FFF2-40B4-BE49-F238E27FC236}">
                <a16:creationId xmlns:a16="http://schemas.microsoft.com/office/drawing/2014/main" id="{EACDFEB5-2FFC-8A91-1017-B7342BC40C32}"/>
              </a:ext>
            </a:extLst>
          </p:cNvPr>
          <p:cNvSpPr/>
          <p:nvPr/>
        </p:nvSpPr>
        <p:spPr>
          <a:xfrm>
            <a:off x="7640320" y="1455726"/>
            <a:ext cx="4275564" cy="4058045"/>
          </a:xfrm>
          <a:custGeom>
            <a:avLst/>
            <a:gdLst/>
            <a:ahLst/>
            <a:cxnLst/>
            <a:rect l="l" t="t" r="r" b="b"/>
            <a:pathLst>
              <a:path w="15614517" h="12784386">
                <a:moveTo>
                  <a:pt x="0" y="0"/>
                </a:moveTo>
                <a:lnTo>
                  <a:pt x="15614516" y="0"/>
                </a:lnTo>
                <a:lnTo>
                  <a:pt x="15614516" y="12784386"/>
                </a:lnTo>
                <a:lnTo>
                  <a:pt x="0" y="127843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Oval 3" descr="Your startup LOGO">
            <a:extLst>
              <a:ext uri="{FF2B5EF4-FFF2-40B4-BE49-F238E27FC236}">
                <a16:creationId xmlns:a16="http://schemas.microsoft.com/office/drawing/2014/main" id="{B73C7747-4AC7-981C-250E-C465293C389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1514" y="92892"/>
            <a:ext cx="1813987" cy="1002483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latin typeface="Comic Sans MS" panose="030F0702030302020204" pitchFamily="66" charset="0"/>
              </a:rPr>
              <a:t>Viltrumites</a:t>
            </a:r>
            <a:endParaRPr lang="en-IN" sz="1600" dirty="0">
              <a:latin typeface="Comic Sans MS" panose="030F0702030302020204" pitchFamily="66" charset="0"/>
            </a:endParaRP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060E8EF9-F23C-E0B0-58E2-835F6DF586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23419906"/>
              </p:ext>
            </p:extLst>
          </p:nvPr>
        </p:nvGraphicFramePr>
        <p:xfrm>
          <a:off x="214468" y="1128975"/>
          <a:ext cx="7146643" cy="47584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14" name="Graphic 13" descr="Saturn outline">
            <a:extLst>
              <a:ext uri="{FF2B5EF4-FFF2-40B4-BE49-F238E27FC236}">
                <a16:creationId xmlns:a16="http://schemas.microsoft.com/office/drawing/2014/main" id="{B6FE01AF-C60A-F7B6-EDE1-A6C38E63DA4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6880" y="1586174"/>
            <a:ext cx="914400" cy="914400"/>
          </a:xfrm>
          <a:prstGeom prst="rect">
            <a:avLst/>
          </a:prstGeom>
        </p:spPr>
      </p:pic>
      <p:pic>
        <p:nvPicPr>
          <p:cNvPr id="20" name="Graphic 19" descr="Telescope outline">
            <a:extLst>
              <a:ext uri="{FF2B5EF4-FFF2-40B4-BE49-F238E27FC236}">
                <a16:creationId xmlns:a16="http://schemas.microsoft.com/office/drawing/2014/main" id="{358CCE27-FC52-7B1E-B5C4-FC6699A85E6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82320" y="3027548"/>
            <a:ext cx="914400" cy="914400"/>
          </a:xfrm>
          <a:prstGeom prst="rect">
            <a:avLst/>
          </a:prstGeom>
        </p:spPr>
      </p:pic>
      <p:pic>
        <p:nvPicPr>
          <p:cNvPr id="22" name="Graphic 21" descr="Graduation cap with solid fill">
            <a:extLst>
              <a:ext uri="{FF2B5EF4-FFF2-40B4-BE49-F238E27FC236}">
                <a16:creationId xmlns:a16="http://schemas.microsoft.com/office/drawing/2014/main" id="{18ED503B-F120-9955-7E29-F250453FA62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36880" y="4432747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u="sng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reeform 4">
            <a:extLst>
              <a:ext uri="{FF2B5EF4-FFF2-40B4-BE49-F238E27FC236}">
                <a16:creationId xmlns:a16="http://schemas.microsoft.com/office/drawing/2014/main" id="{9D9087B9-3E1E-C187-BF94-13F50E8122AA}"/>
              </a:ext>
            </a:extLst>
          </p:cNvPr>
          <p:cNvSpPr/>
          <p:nvPr/>
        </p:nvSpPr>
        <p:spPr>
          <a:xfrm>
            <a:off x="6464218" y="689290"/>
            <a:ext cx="5398009" cy="4254670"/>
          </a:xfrm>
          <a:custGeom>
            <a:avLst/>
            <a:gdLst/>
            <a:ahLst/>
            <a:cxnLst/>
            <a:rect l="l" t="t" r="r" b="b"/>
            <a:pathLst>
              <a:path w="14259073" h="11149720">
                <a:moveTo>
                  <a:pt x="0" y="0"/>
                </a:moveTo>
                <a:lnTo>
                  <a:pt x="14259073" y="0"/>
                </a:lnTo>
                <a:lnTo>
                  <a:pt x="14259073" y="11149720"/>
                </a:lnTo>
                <a:lnTo>
                  <a:pt x="0" y="111497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5275" b="-12611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7">
            <a:extLst>
              <a:ext uri="{FF2B5EF4-FFF2-40B4-BE49-F238E27FC236}">
                <a16:creationId xmlns:a16="http://schemas.microsoft.com/office/drawing/2014/main" id="{E7EFD85E-9B96-6FB3-012F-E8E0F8F3266C}"/>
              </a:ext>
            </a:extLst>
          </p:cNvPr>
          <p:cNvSpPr/>
          <p:nvPr/>
        </p:nvSpPr>
        <p:spPr>
          <a:xfrm>
            <a:off x="0" y="538479"/>
            <a:ext cx="6746240" cy="6182999"/>
          </a:xfrm>
          <a:custGeom>
            <a:avLst/>
            <a:gdLst/>
            <a:ahLst/>
            <a:cxnLst/>
            <a:rect l="l" t="t" r="r" b="b"/>
            <a:pathLst>
              <a:path w="14777244" h="12043454">
                <a:moveTo>
                  <a:pt x="0" y="0"/>
                </a:moveTo>
                <a:lnTo>
                  <a:pt x="14777245" y="0"/>
                </a:lnTo>
                <a:lnTo>
                  <a:pt x="14777245" y="12043454"/>
                </a:lnTo>
                <a:lnTo>
                  <a:pt x="0" y="120434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BC9219-36E4-E4C3-1A29-28A3F31A2679}"/>
              </a:ext>
            </a:extLst>
          </p:cNvPr>
          <p:cNvSpPr/>
          <p:nvPr/>
        </p:nvSpPr>
        <p:spPr>
          <a:xfrm>
            <a:off x="3286832" y="1059580"/>
            <a:ext cx="1472184" cy="2743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475A68-ADFD-3D0C-6E01-032C12728C31}"/>
              </a:ext>
            </a:extLst>
          </p:cNvPr>
          <p:cNvSpPr txBox="1"/>
          <p:nvPr/>
        </p:nvSpPr>
        <p:spPr>
          <a:xfrm>
            <a:off x="3218652" y="1027463"/>
            <a:ext cx="16085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mic Sans MS" panose="030F0702030302020204" pitchFamily="66" charset="0"/>
              </a:rPr>
              <a:t>Skill Bridge AI</a:t>
            </a:r>
            <a:endParaRPr lang="en-IN" sz="1600" dirty="0">
              <a:latin typeface="Comic Sans MS" panose="030F0702030302020204" pitchFamily="66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2DEA0A-5DE9-720F-9D75-1588BE2551E9}"/>
              </a:ext>
            </a:extLst>
          </p:cNvPr>
          <p:cNvSpPr txBox="1"/>
          <p:nvPr/>
        </p:nvSpPr>
        <p:spPr>
          <a:xfrm>
            <a:off x="7504300" y="996685"/>
            <a:ext cx="32644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mic Sans MS" panose="030F0702030302020204" pitchFamily="66" charset="0"/>
              </a:rPr>
              <a:t>Architecture Pipeline</a:t>
            </a:r>
            <a:endParaRPr lang="en-IN" sz="2000" dirty="0">
              <a:latin typeface="Comic Sans MS" panose="030F0702030302020204" pitchFamily="66" charset="0"/>
            </a:endParaRPr>
          </a:p>
        </p:txBody>
      </p:sp>
      <p:sp>
        <p:nvSpPr>
          <p:cNvPr id="13" name="Oval 12" descr="Your startup LOGO">
            <a:extLst>
              <a:ext uri="{FF2B5EF4-FFF2-40B4-BE49-F238E27FC236}">
                <a16:creationId xmlns:a16="http://schemas.microsoft.com/office/drawing/2014/main" id="{D61ACF78-DF1D-02BE-B17D-4D5FACA5FCC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1514" y="92892"/>
            <a:ext cx="1813987" cy="1002483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latin typeface="Comic Sans MS" panose="030F0702030302020204" pitchFamily="66" charset="0"/>
              </a:rPr>
              <a:t>Viltrumites</a:t>
            </a:r>
            <a:endParaRPr lang="en-IN" sz="1600" dirty="0">
              <a:latin typeface="Comic Sans MS" panose="030F0702030302020204" pitchFamily="66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BD40D3-E8A5-B0FE-8162-893119660689}"/>
              </a:ext>
            </a:extLst>
          </p:cNvPr>
          <p:cNvSpPr txBox="1"/>
          <p:nvPr/>
        </p:nvSpPr>
        <p:spPr>
          <a:xfrm>
            <a:off x="6959600" y="5245380"/>
            <a:ext cx="4622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Comic Sans MS" panose="030F0702030302020204" pitchFamily="66" charset="0"/>
              </a:rPr>
              <a:t>Technology Stack</a:t>
            </a:r>
          </a:p>
          <a:p>
            <a:pPr algn="ctr"/>
            <a:r>
              <a:rPr lang="en-IN" dirty="0">
                <a:latin typeface="Comic Sans MS" panose="030F0702030302020204" pitchFamily="66" charset="0"/>
              </a:rPr>
              <a:t>Python, </a:t>
            </a:r>
            <a:r>
              <a:rPr lang="en-IN" dirty="0" err="1">
                <a:latin typeface="Comic Sans MS" panose="030F0702030302020204" pitchFamily="66" charset="0"/>
              </a:rPr>
              <a:t>RegEx</a:t>
            </a:r>
            <a:r>
              <a:rPr lang="en-IN" dirty="0">
                <a:latin typeface="Comic Sans MS" panose="030F0702030302020204" pitchFamily="66" charset="0"/>
              </a:rPr>
              <a:t>, Web Parsing (for skill lists/links), Flask (for Web App).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u="sng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1514" y="92892"/>
            <a:ext cx="1813987" cy="1002483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latin typeface="Comic Sans MS" panose="030F0702030302020204" pitchFamily="66" charset="0"/>
              </a:rPr>
              <a:t>Viltrumites</a:t>
            </a:r>
            <a:endParaRPr lang="en-IN" sz="1600" dirty="0">
              <a:latin typeface="Comic Sans MS" panose="030F0702030302020204" pitchFamily="66" charset="0"/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21310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8750316E-B0D6-A4F2-32A5-40271759C9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95138479"/>
              </p:ext>
            </p:extLst>
          </p:nvPr>
        </p:nvGraphicFramePr>
        <p:xfrm>
          <a:off x="487680" y="1055253"/>
          <a:ext cx="11094719" cy="51791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198439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u="sng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-110046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ED2B3260-711E-5A2E-753C-FE3C25D3BA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17509102"/>
              </p:ext>
            </p:extLst>
          </p:nvPr>
        </p:nvGraphicFramePr>
        <p:xfrm>
          <a:off x="-741680" y="744539"/>
          <a:ext cx="8056880" cy="40030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7374D87B-319B-76F2-DC34-277C79BE4C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5737420"/>
              </p:ext>
            </p:extLst>
          </p:nvPr>
        </p:nvGraphicFramePr>
        <p:xfrm>
          <a:off x="5834996" y="1095375"/>
          <a:ext cx="5991244" cy="51228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E6596E5A-30DE-5EFB-27BE-E1244D4466F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1514" y="92892"/>
            <a:ext cx="1813987" cy="1002483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latin typeface="Comic Sans MS" panose="030F0702030302020204" pitchFamily="66" charset="0"/>
              </a:rPr>
              <a:t>Viltrumites</a:t>
            </a:r>
            <a:endParaRPr lang="en-IN" sz="1600" dirty="0">
              <a:latin typeface="Comic Sans MS" panose="030F0702030302020204" pitchFamily="66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E3E600-F79D-5D96-18AF-E98B4A8169DC}"/>
              </a:ext>
            </a:extLst>
          </p:cNvPr>
          <p:cNvSpPr txBox="1"/>
          <p:nvPr/>
        </p:nvSpPr>
        <p:spPr>
          <a:xfrm>
            <a:off x="304799" y="4888234"/>
            <a:ext cx="5791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Future Scope: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Comic Sans MS" panose="030F0702030302020204" pitchFamily="66" charset="0"/>
              </a:rPr>
              <a:t>Integrate NLP/LLMs</a:t>
            </a:r>
            <a:r>
              <a:rPr lang="en-US" dirty="0">
                <a:latin typeface="Comic Sans MS" panose="030F0702030302020204" pitchFamily="66" charset="0"/>
              </a:rPr>
              <a:t> for context-aware and soft skill extraction.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Comic Sans MS" panose="030F0702030302020204" pitchFamily="66" charset="0"/>
              </a:rPr>
              <a:t>Add </a:t>
            </a:r>
            <a:r>
              <a:rPr lang="en-US" b="1" dirty="0">
                <a:latin typeface="Comic Sans MS" panose="030F0702030302020204" pitchFamily="66" charset="0"/>
              </a:rPr>
              <a:t>Job Description Matching</a:t>
            </a:r>
            <a:r>
              <a:rPr lang="en-US" dirty="0">
                <a:latin typeface="Comic Sans MS" panose="030F0702030302020204" pitchFamily="66" charset="0"/>
              </a:rPr>
              <a:t> for hyper-targeted gap analysis</a:t>
            </a:r>
          </a:p>
          <a:p>
            <a:endParaRPr lang="en-US" dirty="0">
              <a:latin typeface="Comic Sans MS" panose="030F0702030302020204" pitchFamily="66" charset="0"/>
            </a:endParaRPr>
          </a:p>
          <a:p>
            <a:endParaRPr lang="en-IN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u="sng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</a:t>
            </a: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</a:t>
            </a:r>
            <a:r>
              <a:rPr lang="en-US" sz="3600" b="1" u="sng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AND</a:t>
            </a: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</a:t>
            </a:r>
            <a:r>
              <a:rPr lang="en-US" sz="3600" b="1" u="sng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4C411BEC-9F81-D2BE-0780-2B1672D5816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1514" y="92892"/>
            <a:ext cx="1813987" cy="1002483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latin typeface="Comic Sans MS" panose="030F0702030302020204" pitchFamily="66" charset="0"/>
              </a:rPr>
              <a:t>Viltrumites</a:t>
            </a:r>
            <a:endParaRPr lang="en-IN" sz="1600" dirty="0">
              <a:latin typeface="Comic Sans MS" panose="030F0702030302020204" pitchFamily="66" charset="0"/>
            </a:endParaRPr>
          </a:p>
        </p:txBody>
      </p:sp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5E6D38DC-CCFE-41DC-C90A-0D8BF4C4F0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54688818"/>
              </p:ext>
            </p:extLst>
          </p:nvPr>
        </p:nvGraphicFramePr>
        <p:xfrm>
          <a:off x="6341872" y="1257868"/>
          <a:ext cx="5850128" cy="46285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BC238272-0E34-B568-38FE-514C6E0713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10639245"/>
              </p:ext>
            </p:extLst>
          </p:nvPr>
        </p:nvGraphicFramePr>
        <p:xfrm>
          <a:off x="341376" y="1485900"/>
          <a:ext cx="5929884" cy="52355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7823</TotalTime>
  <Words>402</Words>
  <Application>Microsoft Office PowerPoint</Application>
  <PresentationFormat>Widescreen</PresentationFormat>
  <Paragraphs>80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Arial</vt:lpstr>
      <vt:lpstr>Calibri</vt:lpstr>
      <vt:lpstr>Comic Sans MS</vt:lpstr>
      <vt:lpstr>Garamond</vt:lpstr>
      <vt:lpstr>Times New Roman</vt:lpstr>
      <vt:lpstr>TradeGothic</vt:lpstr>
      <vt:lpstr>Wingdings</vt:lpstr>
      <vt:lpstr>Office Theme</vt:lpstr>
      <vt:lpstr>SMART INDIA HACKATHON 2025</vt:lpstr>
      <vt:lpstr>SKILL BRIDGE AI</vt:lpstr>
      <vt:lpstr>TECHNICAL APPROACH</vt:lpstr>
      <vt:lpstr>FEASIBILITY AND VIABILITY</vt:lpstr>
      <vt:lpstr>IMPACT AND BENEFITS</vt:lpstr>
      <vt:lpstr>RESEARCH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Chetan Jain</cp:lastModifiedBy>
  <cp:revision>155</cp:revision>
  <dcterms:created xsi:type="dcterms:W3CDTF">2013-12-12T18:46:50Z</dcterms:created>
  <dcterms:modified xsi:type="dcterms:W3CDTF">2025-09-22T05:25:44Z</dcterms:modified>
  <cp:category/>
</cp:coreProperties>
</file>